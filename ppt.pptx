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2" r:id="rId4"/>
    <p:sldId id="263" r:id="rId5"/>
    <p:sldId id="270" r:id="rId6"/>
    <p:sldId id="271" r:id="rId7"/>
    <p:sldId id="272" r:id="rId8"/>
    <p:sldId id="273" r:id="rId9"/>
    <p:sldId id="258" r:id="rId10"/>
    <p:sldId id="266" r:id="rId11"/>
    <p:sldId id="267" r:id="rId12"/>
    <p:sldId id="269" r:id="rId13"/>
    <p:sldId id="259" r:id="rId14"/>
    <p:sldId id="268" r:id="rId15"/>
    <p:sldId id="260" r:id="rId16"/>
    <p:sldId id="261" r:id="rId17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2-10T19:28:54.964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4753 294 24575,'-22'0'0,"0"-1"0,-1-1 0,-34-7 0,-6-7 0,-80-16 0,45 13 0,57 10 0,25 6 0,0 0 0,-27-2 0,-41-4 0,57 5 0,-37-2 0,-227 7 0,276 0 0,0 0 0,-24 7 0,23-5 0,-1 0 0,-16 0 0,-454-2 0,237-2 0,169 2 0,-89-3 0,141-1 0,-47-13 0,53 10 0,-1 1 0,0 1 0,-34-1 0,-87-7 0,96 6 0,-7-3 0,30 5 0,-47-3 0,43 7 0,-1-2 0,-44-7 0,-80-11 0,121 16 0,0 1 0,-62 4 0,-30-2 0,74-9 0,38 7 0,0 0 0,-23-1 0,-217 3 0,120 2 0,117 1 0,-1 0 0,0 0 0,1 2 0,-27 8 0,-18 4 0,-6 2 0,48-12 0,0-1 0,0 0 0,-1-2 0,-22 2 0,24-4 0,-39 8 0,18-2 0,25-3 0,-1-1 0,-22 10 0,22-7 0,-34 8 0,40-11 0,-1 0 0,0 0 0,1 2 0,0-1 0,-11 8 0,-22 9 0,24-13 0,1 1 0,0 1 0,0 1 0,0 1 0,2 0 0,-31 29 0,42-37 0,0 0 0,0 1 0,0 0 0,1 0 0,0 0 0,0 0 0,0 1 0,0-1 0,1 1 0,0 0 0,1 0 0,-1 0 0,1 1 0,0-1 0,0 0 0,1 1 0,0 0 0,0 8 0,0 273 0,3-128 0,-1-146 0,1 0 0,0-1 0,1 1 0,0 0 0,6 14 0,-4-14 0,-1 0 0,0 0 0,-1 1 0,2 24 0,-4-23 0,1 0 0,1-1 0,0 1 0,1 0 0,1-1 0,1 0 0,0 0 0,1 0 0,0-1 0,1 0 0,1 0 0,0-1 0,1 0 0,0-1 0,20 18 0,-26-27 0,1 0 0,-1 0 0,1 0 0,0-1 0,0 1 0,0-1 0,0 0 0,0-1 0,0 1 0,11 0 0,27 11 0,148 62 0,-165-65 0,-9-5 0,33 6 0,-33-9 0,-1 2 0,25 8 0,-18-3 0,-1 1 0,22 14 0,33 15 0,-65-33 0,1-1 0,-1-1 0,1 0 0,15 3 0,-18-5 0,165 36 0,-154-35 0,0 0 0,0-1 0,40-3 0,-39 1 0,0 0 0,-1 1 0,36 6 0,47 17 0,-84-21 0,1 0 0,-1-1 0,1-2 0,22-1 0,-22 0 0,0 1 0,1 1 0,34 6 0,-31-3 0,1 0 0,47-2 0,-4 1 0,-51-1 0,0 2 0,31 9 0,-33-8 0,1-1 0,-1 0 0,25 2 0,-9-3 0,-2 2 0,32 9 0,-1-1 0,-22-5 0,-16-3 0,0-1 0,38 3 0,50 2 0,0 1 0,-38-10 0,-31-1 0,0 2 0,62 10 0,-55-5 0,-1-2 0,94-5 0,-51-1 0,723 2 0,-795 1 0,0 1 0,24 5 0,-23-3 0,34 2 0,174-5 0,-106-2 0,-104 0 0,1-1 0,24-5 0,-23 3 0,35-2 0,2 5 0,-31 2 0,0-1 0,0-2 0,40-7 0,-34 4 0,0 1 0,0 2 0,65 4 0,-26 0 0,-32-2 0,18 0 0,-1-1 0,59-10 0,-58 4 0,0 3 0,86 5 0,-47 1 0,1200-2 0,-1264-2 0,0-2 0,-1-1 0,51-14 0,-11 2 0,15-7 0,10-2 0,-67 19 0,-2-1 0,1-2 0,36-18 0,40-13 0,-85 35 0,1 1 0,-1 1 0,1 0 0,0 2 0,36 0 0,17 3 0,107-2 0,-115-8 0,-42 4 0,44-1 0,-46 6 0,16 0 0,-1-2 0,45-7 0,-35 4 0,0 1 0,88 4 0,-50 2 0,-57-1 0,-15-1 0,0 1 0,0-1 0,0-1 0,0-1 0,14-2 0,-22 3 0,-1 0 0,0 0 0,0-1 0,0 1 0,0-1 0,0 0 0,0 1 0,-1-1 0,1 0 0,-1-1 0,1 1 0,-1 0 0,0-1 0,0 1 0,0-1 0,0 0 0,0 0 0,0 0 0,-1 0 0,0 0 0,1 0 0,-1 0 0,1-6 0,2-18 0,-1 0 0,-1-1 0,-2 1 0,-5-53 0,4 69 0,-1 0 0,0 1 0,-1-1 0,0 1 0,-1-1 0,0 1 0,0 0 0,-1 0 0,-1 1 0,0-1 0,0 1 0,0 1 0,-1-1 0,-1 1 0,1 0 0,-15-11 0,13 11 0,1-1 0,0-1 0,-13-18 0,-16-20 0,-127-139 0,151 173 0,-1-1 0,0 2 0,-22-17 0,-17-16 0,-63-65 0,104 100 0,-1 2 0,-1 0 0,-21-12 0,-8-4 0,-12-8 0,-106-44 0,134 65 0,-66-26 0,-113-31 0,-102-6 0,204 61 0,17 3 0,-2-7 0,-35-6 0,-31-7 0,52 8 0,-115-5 0,165 21 0,2-3 0,-52-15 0,-46-9 0,97 25 0,0 3 0,-59 1 0,9 3 0,-85 5 0,177-1 0,0 0 0,0 0 0,1 1 0,-1 1 0,1 0 0,-10 5 0,-21 9 0,-77 24 0,94-32 0,-1 1 0,-32 22 0,35-20 0,-1-1 0,-45 19 0,53-25 0,0 1 0,1 0 0,0 0 0,-21 17 0,21-14 0,0-1 0,0-1 0,-1 0 0,-20 8 0,9-7 0,1-1 0,-42 7 0,-28 8-9,65-15-1347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2-10T19:28:56.020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6951 177 24575,'-139'1'-251,"-519"-17"-3089,99-15 99,-10 0 1133,-778-53-2513,-21 69 2274,932 16 3580,179 5 679,0 12 0,-366 71 0,388-49-191,-32 6 736,253-43-2327,-13 2 963,0 2 1,-38 14-1,43-12-489,17-8-641,0 1 1,-1 0 0,1 0-1,0 0 1,0 1 0,0-1-1,0 2 1,1-1 0,-1 0-1,1 1 1,0-1 0,0 1-1,0 1 1,0-1 0,1 0-1,-4 7 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2-10T19:28:56.865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2789 0 24575,'-200'82'-384,"-29"14"-92,48-2 120,-186 88-661,140-69 1017,50-24 0,-24 15 0,49-24 0,93-50-58,-36 16-246,-155 102 1,60-20 170,105-73 78,59-36 1078,-34 32 0,-2 2-12,47-40-1003,0 1 0,1 0 0,-13 17-1,12-13-8,-31 29 0,31-33 1,1 0 0,-18 24 0,-2 3 0,34-41 0,1 0 0,-1 0 0,0 0 0,1 0 0,-1 0 0,0 0 0,1 0 0,-1 0 0,0 0 0,1 0 0,-1 0 0,0 0 0,1 0 0,-1 0 0,0 0 0,1 1 0,-1-1 0,0 0 0,1 0 0,-1 0 0,0 0 0,0 1 0,1-1 0,-1 0 0,0 0 0,1 1 0,-1-1 0,0 0 0,0 0 0,0 1 0,1-1 0,-1 0 0,0 1 0,0-1 0,0 0 0,0 1 0,0-1 0,0 0 0,1 1 0,-1-1 0,0 0 0,0 1 0,0-1 0,0 0 0,0 1 0,0-1 0,0 0 0,-1 1 0,1-1 0,0 0 0,0 1 0,0-1 0,0 0 0,0 1 0,0-1 0,-1 0 0,1 1 0,0-1 0,0 0 0,0 0 0,-1 1 0,1-1 0,0 0 0,0 0 0,-1 1 0,1-1 0,0 0 0,-1 0 0,30-2 0,48-8-519,86 0 0,82 10-1364,-100 2 1121,724 29-4489,-6 41 419,334 30 2388,-555-31 2262,-60-7 191,-288-33 104,434 38-350,1-39 1677,-523-33 780,-97 1 5659,-129 2-7030,0 1 0,0 1-1,-20 3 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2-10T19:30:03.11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3670 2 24575,'-36'0'0,"11"-2"0,1 2 0,0 1 0,0 1 0,0 1 0,0 1 0,-26 8 0,11 0 0,0-3 0,-70 9 0,43-13 0,-101-5 0,67-2 0,-733 2 0,813 1 0,0 1 0,-26 6 0,24-4 0,-36 3 0,-31-7 0,46-1 0,1 2 0,-76 11 0,20 0 0,9-3 0,57-5 0,0-1 0,-49-3 0,-24 2 0,84 1 0,0 1 0,-38 12 0,-6 2 0,10-6 0,16-3 0,-1-1 0,0-2 0,-57 2 0,73-7 0,0 2 0,1 0 0,-44 13 0,-3 0 0,45-10 0,2 0 0,-1 2 0,1 0 0,0 1 0,0 2 0,1 0 0,1 2 0,0 0 0,0 1 0,2 1 0,-32 31 0,41-37 0,0 1 0,-17 9 0,20-15 0,1 0 0,0 1 0,1-1 0,-1 1 0,1 0 0,-1 1 0,1-1 0,1 1 0,-1 0 0,1 0 0,0 0 0,-3 9 0,-2 4 0,-1 0 0,0-1 0,-2 0 0,-14 18 0,-19 31 0,42-60 0,0 0 0,0 0 0,0 1 0,1-1 0,0 1 0,0-1 0,1 1 0,0 12 0,3 67 0,0-36 0,-2-19 0,-1-16 0,1 0 0,4 27 0,-3-38 0,0 0 0,0 0 0,1 0 0,0 0 0,0 0 0,0 0 0,1 0 0,-1-1 0,1 1 0,0-1 0,1 1 0,3 3 0,31 37 0,-30-34 0,0-1 0,0-1 0,1 1 0,0-1 0,0-1 0,13 9 0,2-1 0,2 0 0,0-2 0,1-1 0,36 12 0,108 45 0,-9-3 0,-39-16 0,-15-5 0,-80-38 0,42 8 0,-45-11 0,0 0 0,39 16 0,-23-6 0,51 11 0,12 4 0,-90-26 0,-1 0 0,1-1 0,0-1 0,25 1 0,60-4 0,-34-2 0,414 3 0,-460-1 0,0-1 0,-1-1 0,1-1 0,20-7 0,-16 5 0,0 0 0,24-2 0,27-2 0,-42 5 0,50-2 0,460 8 0,-523 0 0,0 2 0,-1 0 0,1 1 0,-1 0 0,30 13 0,-29-10 0,1-1 0,0 0 0,0-2 0,30 4 0,-18-5 0,0 2 0,36 10 0,8 2 0,-63-15 0,28 6 0,-1-3 0,54 2 0,-71-6 0,1 1 0,24 5 0,-24-2 0,43 1 0,393-7 0,-442 0 0,0-1 0,0-1 0,0-1 0,25-9 0,28-5 0,-39 12 0,-1 0 0,0 1 0,42-1 0,-48 5 0,0-1 0,0-2 0,33-9 0,17-3 0,-27 11 0,-1 3 0,64 3 0,-25 1 0,660-2 0,-720 1 0,47 9 0,-43-5 0,33 1 0,36 4 0,-63-5 0,37 0 0,1437-4 0,-702-2 0,-780-1 0,44-7 0,-42 5 0,34-2 0,558 5 0,-300 2 0,239-1 0,-548 0 0,-1 0 0,1-1 0,0-1 0,-1 0 0,18-6 0,-26 7 0,1-1 0,0 0 0,-1 0 0,1 0 0,-1-1 0,0 1 0,0-1 0,0 0 0,0 0 0,0-1 0,-1 1 0,0-1 0,1 0 0,-1 1 0,0-2 0,3-5 0,-1-2 0,0 0 0,-1 0 0,-1-1 0,1 0 0,-2 1 0,2-23 0,-3 5 0,-5-54 0,2 65 0,-2 1 0,0 0 0,-1 0 0,-1 0 0,-1 1 0,0 0 0,-1 0 0,-11-16 0,-2-3 0,13 19 0,-2 1 0,0 0 0,-1 0 0,-1 1 0,-20-21 0,6 11 0,17 15 0,-1 0 0,0 1 0,-1 1 0,0 0 0,-16-10 0,-88-51 0,25 13 0,72 46 0,0 0 0,1-1 0,1-1 0,-19-17 0,23 20 0,0 0 0,0 1 0,-1 1 0,0 0 0,0 0 0,-1 1 0,0 1 0,-17-4 0,-44-19 0,44 12 0,-1 0 0,-54-18 0,65 27 0,7 4 0,2-1 0,-1 0 0,0-1 0,1-1 0,0 0 0,-21-14 0,19 10 0,0 1 0,-1 0 0,-16-7 0,15 9 0,-44-19 0,39 18 0,-32-17 0,-77-42 0,117 63 0,1-1 0,-1 2 0,-25-4 0,22 4 0,1 0 0,-23-8 0,-187-54 0,120 38 0,84 23 0,0 0 0,-1 2 0,1 0 0,-30 2 0,28 1 0,0-2 0,-1 0 0,-27-6 0,14 1 0,0 2 0,-1 1 0,-68 4 0,-43-2 0,85-9 0,42 6 0,-38-3 0,-46-3 0,66 5 0,-43 0 0,-312 5 0,375-1 0,-1-1 0,-25-5 0,25 2 0,-38-1 0,-71 7 0,-52-2 0,123-9 0,-7-1 0,-17 1 0,53 5 0,-44-1 0,12 6 0,19 2 0,0-3 0,-81-12 0,86 8 0,1 1 0,-1 2 0,-53 5 0,-58-4 0,85-9 0,42 6 0,-38-3 0,-26 8 0,-35-2 0,64-9 0,41 7 0,0 0 0,-20-1 0,-446 3 0,234 2 0,209-1 0,-8-1 0,-1 3 0,-67 9 0,-18 11 0,101-17 0,0-1 0,1-2 0,-1-1 0,-34-4 0,-4 2 0,-117 1-1365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2-10T19:30:13.06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1624 792 24575,'-41'-2'0,"0"-1"0,1-2 0,0-2 0,0-2 0,-40-14 0,-191-83 0,226 87 0,-256-128-582,226 106 329,-95-57-641,-83-57 433,229 137 1082,-37-35-1,-10-7 329,1 15-2314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2-10T19:30:14.298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1855 0 24575,'-659'0'-901,"594"3"901,-112 17 0,-62 28 0,212-42 0,-78 20 269,-82 14 363,136-33-632,34-6 0,1 0 0,-1 2 0,1 0 0,0 1 0,0 0 0,1 1 0,-16 8 0,-9 6 0,24-12 0,-1 1 0,-16 12 0,28-16 0,0-1 0,1 1 0,-1 0 0,1 0 0,0 1 0,0-1 0,0 1 0,1 0 0,0 0 0,-5 9 0,-1 9 0,1 1 0,0 0 0,2 0 0,1 1 0,-4 46 0,8 130 0,3-103 0,-2-80 0,4 165 0,0-146 0,0-1 0,3 0 0,10 35 0,93 358 0,-70-204-204,-25-129 21,39 135 0,-32-166 163,11 37 135,-32-97-226,0 0 0,1 0-1,0 0 1,0 0 0,1 0 0,-1-1-1,5 7 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4T06:40:54.268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8855 226 24575,'-2026'0'0,"1974"-3"0,0-2 0,0-3 0,-80-21 0,-10-3 0,19 20 0,31 5 0,-76-6 0,-210 9 0,194 6 0,0 0 0,-198-4 0,250-12 0,-41 0 0,-1129 15 0,1265-4 0,0-1 0,0-1 0,1-3 0,-51-16 0,46 12 0,-2 1 0,-69-8 0,-168 17 0,139 5 0,-460-3 0,549 3 0,-52 8 0,-27 2 0,107-11 0,0 0 0,0 2 0,1 0 0,-1 2 0,-28 11 0,30-11 0,1 0 0,0-1 0,-1-1 0,-38 1 0,-90-6 0,64-1 0,45 2 0,1 3 0,-1 1 0,2 2 0,-1 2 0,-58 19 0,15 2 0,1 3 0,-77 44 0,118-51 0,1 2 0,-43 37 0,-31 21 0,108-81 0,-1 0 0,1 1 0,0 0 0,0 0 0,1 1 0,-1 0 0,1 0 0,0 0 0,1 0 0,0 1 0,0-1 0,0 1 0,1 0 0,0 1 0,0-1 0,0 0 0,1 1 0,0 0 0,1-1 0,0 1 0,0 0 0,1 0 0,1 15 0,0-5 0,0-1 0,2 1 0,0-1 0,1 0 0,1 0 0,1 0 0,0-1 0,1 0 0,14 24 0,-8-19 0,0 0 0,2-1 0,1 0 0,0-1 0,2-1 0,22 19 0,-31-30 0,1-1 0,0 0 0,1-1 0,19 9 0,27 14 0,-19 0 0,-2 2 0,-2 2 0,-1 1 0,43 54 0,-13-15 0,-40-48 0,1-2 0,2-1 0,0-1 0,1-1 0,0-1 0,2-1 0,32 13 0,-40-22 0,0-2 0,0 0 0,0-1 0,0-2 0,30 2 0,23 5 0,85 15 0,-75-14 0,147 39 0,-44 6 0,296 47 0,-94-11 0,-243-53 0,1024 286 0,-1042-291 0,1-5 0,1-6 0,1-6 0,1-6 0,156-6 0,-182-13 0,187-39 0,21-3 0,307 13 0,-178 6 0,-199 10 0,252 5 0,-199 29 0,751 6 0,-894-25 0,274-14 0,-2-33 0,159-99 0,-439 112 0,210-31 0,-310 64 0,0-2 0,61-21 0,-90 24 0,0-1 0,-1-1 0,-1 0 0,1-1 0,-1 0 0,-1-2 0,1 1 0,-2-2 0,17-17 0,-22 21 0,0-1 0,0 0 0,-1 0 0,-1-1 0,1 0 0,-1 0 0,-1-1 0,0 0 0,-1 1 0,0-2 0,0 1 0,-1 0 0,-1-1 0,2-17 0,3-32 0,1-13 0,-1-84 0,-8 148 0,0 0 0,-1 1 0,0-1 0,0 0 0,-1 1 0,0-1 0,-1 1 0,0 0 0,-1 0 0,1 0 0,-2 1 0,1 0 0,-1 0 0,-9-10 0,-10-6 0,0 0 0,-51-35 0,38 30 0,12 8 0,-103-71 0,11 7 0,11 7 0,80 62 0,0 2 0,-1 1 0,-51-16 0,-94-16 0,33 10 0,-52-25 0,-213-53 0,338 103 0,-1 3 0,0 3 0,-89 7 0,39-1 0,22-3 0,1-4 0,-1-5 0,1-3 0,-170-48 0,199 41-273,-1 2 0,0 4 0,-1 2 0,-102-3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4T06:41:04.65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3688 3377 24575,'-3'0'0,"1"-1"0,-1 0 0,0-1 0,1 1 0,-1 0 0,1-1 0,-1 1 0,1-1 0,-1 0 0,1 0 0,-2-2 0,-14-10 0,-37-22 0,1-2 0,-92-87 0,107 90 0,-542-513-1120,327 303 497,-83-75-315,-1135-1014-1030,1221 1115 1860,221 193 52,-244-224-431,231 205 574,-58-77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4T06:41:05.73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3218 1064 24575,'-5'0'0,"0"-1"0,0-1 0,0 1 0,0-1 0,1 1 0,-1-1 0,0-1 0,1 1 0,-1-1 0,-6-5 0,-3 0 0,-343-222 0,91 55 0,141 95 0,-205-121 0,306 189 0,0 2 0,-1 0 0,-1 1 0,1 2 0,-1 1 0,-49-6 0,-2 7 0,-81 6 0,141 0 0,-76-2 0,-165-21 0,-87-45 0,217 37 0,-316-79 0,398 96 0,-2 2 0,1 2 0,-70-4 0,114 13 0,1 0 0,0 0 0,-1 0 0,1 0 0,-1 1 0,1-1 0,0 1 0,-1-1 0,1 1 0,0 0 0,0 0 0,0 0 0,0 0 0,-1 0 0,2 1 0,-1-1 0,0 1 0,0-1 0,0 1 0,1 0 0,-1 0 0,0-1 0,1 1 0,0 0 0,0 0 0,-1 1 0,1-1 0,0 0 0,1 0 0,-1 0 0,0 1 0,0 2 0,-1 8 0,0 0 0,2 1 0,-1-1 0,4 25 0,-3-33 0,50 343 19,28-2-29,-10-55-94,-56-231-25,112 478-247,-84-395 390,100 234 0,-46-182-14,202 311 0,-261-454-423,2 0 0,71 75-1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C005508-3DC9-AFF6-0326-F22AE5F8D6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7E1F6580-2A56-A804-516D-E1165B6E31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CB73284-3442-C227-0BF8-87F15DF18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7E716-8B22-4E39-BED4-B5BB0F81CF92}" type="datetimeFigureOut">
              <a:rPr lang="hu-HU" smtClean="0"/>
              <a:t>2025. 03. 04.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A5EAEC0-5EB4-8B91-0113-DAE1D2139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B2F4895-3E0D-735B-19BA-F5A16EB5D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2DDA0-334A-4CC8-B0F3-A3DF228282F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424883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3626C06-F028-DD87-F53F-5680EA64E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3CE3CF3-D13F-D306-3779-B8376BE470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88A9DCB-9E24-0C22-EB70-FC640CA4C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7E716-8B22-4E39-BED4-B5BB0F81CF92}" type="datetimeFigureOut">
              <a:rPr lang="hu-HU" smtClean="0"/>
              <a:t>2025. 03. 04.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DA7AF3F-5559-AE68-E992-3918FF7A1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B0BE25FB-1F78-2937-FB03-C5EEA69F4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2DDA0-334A-4CC8-B0F3-A3DF228282F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18900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E46F246-BD35-6E18-BF30-D7C43D0288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A0DF909-9FB6-E4E4-CD5D-780663E97D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889D157-00C0-9A01-3CC1-ADF0CCB4D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7E716-8B22-4E39-BED4-B5BB0F81CF92}" type="datetimeFigureOut">
              <a:rPr lang="hu-HU" smtClean="0"/>
              <a:t>2025. 03. 04.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E238225-36FA-7D52-761B-8E360F978E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F369554-FB6E-A4D1-BB80-A5709A5F9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2DDA0-334A-4CC8-B0F3-A3DF228282F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394108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D526D66-C998-25EA-74E4-15501CF75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930A70-A541-E358-B7D1-6005F61975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020678BE-55AC-9EA9-AF28-189BEB5EE6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1AEF27C-54B9-164C-75B8-C3960A80F0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7E716-8B22-4E39-BED4-B5BB0F81CF92}" type="datetimeFigureOut">
              <a:rPr lang="hu-HU" smtClean="0"/>
              <a:t>2025. 03. 04.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6A939E87-87F4-2AA9-C493-05E1D1040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E7C20C4-D303-65C4-0F05-77FF34FAF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2DDA0-334A-4CC8-B0F3-A3DF228282F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905451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6828B3B-CC35-3715-F9AD-E56011679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31C7DB0-F143-A11A-496F-D33B5C225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1B025903-4BE4-1067-D21E-1FCFABD864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BDBFD60F-2125-6DF5-9B37-91876BD9D2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A0E79C47-90BF-4616-AC01-BA89CAD772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8B72ACB5-482E-A140-2BC7-39312D610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7E716-8B22-4E39-BED4-B5BB0F81CF92}" type="datetimeFigureOut">
              <a:rPr lang="hu-HU" smtClean="0"/>
              <a:t>2025. 03. 04.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A0D0A5DC-FBE7-5ECF-93F5-CD5E65933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38327CB0-7AC1-5C26-C734-9CE65BA6E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2DDA0-334A-4CC8-B0F3-A3DF228282F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68312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2C63DE1-D38A-F6CA-3614-31C1C9875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B5D445CF-1A9A-6497-D165-D0A4933924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7E716-8B22-4E39-BED4-B5BB0F81CF92}" type="datetimeFigureOut">
              <a:rPr lang="hu-HU" smtClean="0"/>
              <a:t>2025. 03. 04.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FA0A63E2-F135-514B-70B6-07CDD866F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3DA53E9-0B0B-0D7A-409B-2A2A8EE80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2DDA0-334A-4CC8-B0F3-A3DF228282F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843394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CA1FD620-9DE2-CCCD-8531-CA33E5FD47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7E716-8B22-4E39-BED4-B5BB0F81CF92}" type="datetimeFigureOut">
              <a:rPr lang="hu-HU" smtClean="0"/>
              <a:t>2025. 03. 04.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1CD2BD5D-4547-5DDB-6B61-62B299827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71CDF57E-E7BD-ECA2-6877-7869114F4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2DDA0-334A-4CC8-B0F3-A3DF228282F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74962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83D36AC-CB3C-26A1-EBE6-9B6F534DA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AA55F60-4CC2-129A-22FC-7B36AB38E6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D418C292-A186-1688-9FDA-4878772CF8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AA9D0F23-792E-3319-3543-7954603ED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7E716-8B22-4E39-BED4-B5BB0F81CF92}" type="datetimeFigureOut">
              <a:rPr lang="hu-HU" smtClean="0"/>
              <a:t>2025. 03. 04.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9DD5D5F2-6969-F74E-A0AD-32834A44B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697EB8D9-DED3-4D7F-9CF4-03D45585E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2DDA0-334A-4CC8-B0F3-A3DF228282F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03576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A015F08-10C3-B575-1F89-931E4B594C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D07A3B85-5E8D-0025-21BA-69CCAB4167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FB2CCA8B-8BCA-174D-1FA6-7EC9013E85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146985E4-B357-A597-C143-08DC944BD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7E716-8B22-4E39-BED4-B5BB0F81CF92}" type="datetimeFigureOut">
              <a:rPr lang="hu-HU" smtClean="0"/>
              <a:t>2025. 03. 04.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4F80636-3F7B-BAD6-3B2F-FEFCF73FB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D2AFF112-08BC-2157-58C4-B4CD2E681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2DDA0-334A-4CC8-B0F3-A3DF228282F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457448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A633896-EF4B-773B-493E-A3542CEE1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127A317F-11E9-A8E0-66FB-1351A6E268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5F1ED72-3A57-65A8-F6D8-67008546B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7E716-8B22-4E39-BED4-B5BB0F81CF92}" type="datetimeFigureOut">
              <a:rPr lang="hu-HU" smtClean="0"/>
              <a:t>2025. 03. 04.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A3D82E9-5C6D-EAFC-0A5B-100C46D87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DD07E12-FB86-323C-AEAD-74B45AD26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2DDA0-334A-4CC8-B0F3-A3DF228282F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58358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38FB48DF-378A-D524-A604-9D8829C03D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8BFC0139-A6E1-4E43-B238-EA5CC50518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3C9E845-1D28-6C16-B3CD-97F3A1F93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7E716-8B22-4E39-BED4-B5BB0F81CF92}" type="datetimeFigureOut">
              <a:rPr lang="hu-HU" smtClean="0"/>
              <a:t>2025. 03. 04.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68B4C05-46FF-C532-1083-5309A64DA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BF24AA8-858B-4D3B-A2D9-B3C3A06E2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2DDA0-334A-4CC8-B0F3-A3DF228282F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57763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1E3A45DC-85A1-8A97-2C82-C5F193548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1ED215E0-3176-466A-DEFE-F3AC3D2DDA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6C04B33-31CC-F66C-3176-5D47627177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27E716-8B22-4E39-BED4-B5BB0F81CF92}" type="datetimeFigureOut">
              <a:rPr lang="hu-HU" smtClean="0"/>
              <a:t>2025. 03. 04.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00FA696-97CB-0B8A-42FC-205ADDA04C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199BA5C-DEE0-6D99-65B7-E16F713486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62DDA0-334A-4CC8-B0F3-A3DF228282F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117927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5" Type="http://schemas.openxmlformats.org/officeDocument/2006/relationships/image" Target="../media/image11.png"/><Relationship Id="rId4" Type="http://schemas.openxmlformats.org/officeDocument/2006/relationships/customXml" Target="../ink/ink1.xml"/><Relationship Id="rId9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customXml" Target="../ink/ink6.xml"/><Relationship Id="rId3" Type="http://schemas.openxmlformats.org/officeDocument/2006/relationships/image" Target="../media/image10.png"/><Relationship Id="rId7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5.xml"/><Relationship Id="rId5" Type="http://schemas.openxmlformats.org/officeDocument/2006/relationships/image" Target="../media/image15.png"/><Relationship Id="rId4" Type="http://schemas.openxmlformats.org/officeDocument/2006/relationships/customXml" Target="../ink/ink4.xml"/><Relationship Id="rId9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customXml" Target="../ink/ink9.xml"/><Relationship Id="rId3" Type="http://schemas.openxmlformats.org/officeDocument/2006/relationships/image" Target="../media/image19.png"/><Relationship Id="rId7" Type="http://schemas.openxmlformats.org/officeDocument/2006/relationships/image" Target="../media/image21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.xml"/><Relationship Id="rId5" Type="http://schemas.openxmlformats.org/officeDocument/2006/relationships/image" Target="../media/image20.png"/><Relationship Id="rId4" Type="http://schemas.openxmlformats.org/officeDocument/2006/relationships/customXml" Target="../ink/ink7.xml"/><Relationship Id="rId9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A292AEA-2528-46C0-B426-95822B6141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B7B198-E4DF-43CD-AD8C-199884323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BE67753-EA0E-4819-8D22-0B6600CF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96934" y="3984"/>
            <a:ext cx="9376632" cy="6858000"/>
          </a:xfrm>
          <a:custGeom>
            <a:avLst/>
            <a:gdLst>
              <a:gd name="connsiteX0" fmla="*/ 1691615 w 9376632"/>
              <a:gd name="connsiteY0" fmla="*/ 0 h 6858000"/>
              <a:gd name="connsiteX1" fmla="*/ 7685017 w 9376632"/>
              <a:gd name="connsiteY1" fmla="*/ 0 h 6858000"/>
              <a:gd name="connsiteX2" fmla="*/ 7840634 w 9376632"/>
              <a:gd name="connsiteY2" fmla="*/ 134799 h 6858000"/>
              <a:gd name="connsiteX3" fmla="*/ 9376632 w 9376632"/>
              <a:gd name="connsiteY3" fmla="*/ 3605175 h 6858000"/>
              <a:gd name="connsiteX4" fmla="*/ 8158692 w 9376632"/>
              <a:gd name="connsiteY4" fmla="*/ 6757493 h 6858000"/>
              <a:gd name="connsiteX5" fmla="*/ 8062868 w 9376632"/>
              <a:gd name="connsiteY5" fmla="*/ 6858000 h 6858000"/>
              <a:gd name="connsiteX6" fmla="*/ 1313765 w 9376632"/>
              <a:gd name="connsiteY6" fmla="*/ 6858000 h 6858000"/>
              <a:gd name="connsiteX7" fmla="*/ 1217940 w 9376632"/>
              <a:gd name="connsiteY7" fmla="*/ 6757493 h 6858000"/>
              <a:gd name="connsiteX8" fmla="*/ 0 w 9376632"/>
              <a:gd name="connsiteY8" fmla="*/ 3605175 h 6858000"/>
              <a:gd name="connsiteX9" fmla="*/ 1535999 w 9376632"/>
              <a:gd name="connsiteY9" fmla="*/ 1347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376632" h="6858000">
                <a:moveTo>
                  <a:pt x="1691615" y="0"/>
                </a:moveTo>
                <a:lnTo>
                  <a:pt x="7685017" y="0"/>
                </a:lnTo>
                <a:lnTo>
                  <a:pt x="7840634" y="134799"/>
                </a:lnTo>
                <a:cubicBezTo>
                  <a:pt x="8784230" y="992423"/>
                  <a:pt x="9376632" y="2229618"/>
                  <a:pt x="9376632" y="3605175"/>
                </a:cubicBezTo>
                <a:cubicBezTo>
                  <a:pt x="9376632" y="4818903"/>
                  <a:pt x="8915419" y="5924908"/>
                  <a:pt x="8158692" y="6757493"/>
                </a:cubicBezTo>
                <a:lnTo>
                  <a:pt x="8062868" y="6858000"/>
                </a:lnTo>
                <a:lnTo>
                  <a:pt x="1313765" y="6858000"/>
                </a:lnTo>
                <a:lnTo>
                  <a:pt x="1217940" y="6757493"/>
                </a:lnTo>
                <a:cubicBezTo>
                  <a:pt x="461213" y="5924908"/>
                  <a:pt x="0" y="4818903"/>
                  <a:pt x="0" y="3605175"/>
                </a:cubicBezTo>
                <a:cubicBezTo>
                  <a:pt x="0" y="2229618"/>
                  <a:pt x="592403" y="992423"/>
                  <a:pt x="1535999" y="134799"/>
                </a:cubicBezTo>
                <a:close/>
              </a:path>
            </a:pathLst>
          </a:cu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76D63AC-0421-45EC-B383-E79A61A78C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  <a:solidFill>
            <a:schemeClr val="bg1">
              <a:alpha val="30000"/>
            </a:schemeClr>
          </a:solidFill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997A32E-7032-4107-9C8B-99DB59EDD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43BB27F-1470-42CA-91FF-D94BC691C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997B002-17FD-47B3-A06A-76802FE15C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401EA35-9D2E-43B7-860F-EBB8A6C3E0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F8C44827-3D81-4FF9-B4A5-5650D1B20A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F613D97F-F6DF-4D32-AD91-209A80E7A2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82B0ED5C-927D-4C5F-8F27-1B403820B9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</p:grpSp>
      <p:sp>
        <p:nvSpPr>
          <p:cNvPr id="2" name="Cím 1">
            <a:extLst>
              <a:ext uri="{FF2B5EF4-FFF2-40B4-BE49-F238E27FC236}">
                <a16:creationId xmlns:a16="http://schemas.microsoft.com/office/drawing/2014/main" id="{1E530DD6-16A8-437E-198C-BD834F5A45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02731" y="1542402"/>
            <a:ext cx="5186842" cy="2387918"/>
          </a:xfrm>
        </p:spPr>
        <p:txBody>
          <a:bodyPr anchor="b">
            <a:normAutofit/>
          </a:bodyPr>
          <a:lstStyle/>
          <a:p>
            <a:r>
              <a:rPr lang="hu-HU" sz="5200">
                <a:solidFill>
                  <a:schemeClr val="tx2"/>
                </a:solidFill>
              </a:rPr>
              <a:t>BeeHealthy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E4BF30CB-E2F5-33B2-98C6-CE308A9CF6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02135" y="4001587"/>
            <a:ext cx="5188034" cy="682079"/>
          </a:xfrm>
        </p:spPr>
        <p:txBody>
          <a:bodyPr>
            <a:normAutofit/>
          </a:bodyPr>
          <a:lstStyle/>
          <a:p>
            <a:r>
              <a:rPr lang="hu-HU" sz="800">
                <a:solidFill>
                  <a:schemeClr val="tx2"/>
                </a:solidFill>
              </a:rPr>
              <a:t>Gyógyszerkezelői alkalmazás</a:t>
            </a:r>
          </a:p>
          <a:p>
            <a:endParaRPr lang="hu-HU" sz="800">
              <a:solidFill>
                <a:schemeClr val="tx2"/>
              </a:solidFill>
            </a:endParaRPr>
          </a:p>
          <a:p>
            <a:r>
              <a:rPr lang="hu-HU" sz="800">
                <a:solidFill>
                  <a:schemeClr val="tx2"/>
                </a:solidFill>
              </a:rPr>
              <a:t>Készítette: Dombai Zoltán, Tisza Balázs, Szőllősy István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7F87F1B-42BA-4AC7-A4E2-41544DDB2C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4155"/>
            <a:ext cx="2514948" cy="2174333"/>
            <a:chOff x="-305" y="-4155"/>
            <a:chExt cx="2514948" cy="2174333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68B53067-4E48-4E71-A6A9-A8CAABAFBF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06D1A0D3-4BB8-41D9-9CE7-2884C83F44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1E20F06-3B09-4B89-A36B-AB8BFBCCA5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AE6C3D7-7D5B-4926-877D-45F117BB6B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967346A5-7569-4F15-AB5D-BE3DADF192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685727" y="4683666"/>
            <a:ext cx="2514948" cy="2174333"/>
            <a:chOff x="-305" y="-4155"/>
            <a:chExt cx="2514948" cy="2174333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E1951533-A568-4765-AB1F-F71D9AFDEA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A7214F52-4F3F-4C96-A62E-F1401D6C04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023146A1-291C-4FA0-AB5B-EB04D42398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2977932-2B03-4899-8306-5002CEE68E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1207323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131BAD53-4E89-4F62-BBB7-26359763ED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2756DA2-40EB-4C6F-B962-5822FFB54F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653438" cy="6858000"/>
          </a:xfrm>
          <a:custGeom>
            <a:avLst/>
            <a:gdLst>
              <a:gd name="connsiteX0" fmla="*/ 0 w 6096000"/>
              <a:gd name="connsiteY0" fmla="*/ 0 h 6858000"/>
              <a:gd name="connsiteX1" fmla="*/ 5567517 w 6096000"/>
              <a:gd name="connsiteY1" fmla="*/ 0 h 6858000"/>
              <a:gd name="connsiteX2" fmla="*/ 5566938 w 6096000"/>
              <a:gd name="connsiteY2" fmla="*/ 1705 h 6858000"/>
              <a:gd name="connsiteX3" fmla="*/ 5551594 w 6096000"/>
              <a:gd name="connsiteY3" fmla="*/ 17287 h 6858000"/>
              <a:gd name="connsiteX4" fmla="*/ 5545641 w 6096000"/>
              <a:gd name="connsiteY4" fmla="*/ 130336 h 6858000"/>
              <a:gd name="connsiteX5" fmla="*/ 5538289 w 6096000"/>
              <a:gd name="connsiteY5" fmla="*/ 187093 h 6858000"/>
              <a:gd name="connsiteX6" fmla="*/ 5545790 w 6096000"/>
              <a:gd name="connsiteY6" fmla="*/ 265704 h 6858000"/>
              <a:gd name="connsiteX7" fmla="*/ 5542313 w 6096000"/>
              <a:gd name="connsiteY7" fmla="*/ 354566 h 6858000"/>
              <a:gd name="connsiteX8" fmla="*/ 5524126 w 6096000"/>
              <a:gd name="connsiteY8" fmla="*/ 472000 h 6858000"/>
              <a:gd name="connsiteX9" fmla="*/ 5522170 w 6096000"/>
              <a:gd name="connsiteY9" fmla="*/ 473782 h 6858000"/>
              <a:gd name="connsiteX10" fmla="*/ 5521798 w 6096000"/>
              <a:gd name="connsiteY10" fmla="*/ 491380 h 6858000"/>
              <a:gd name="connsiteX11" fmla="*/ 5536419 w 6096000"/>
              <a:gd name="connsiteY11" fmla="*/ 531675 h 6858000"/>
              <a:gd name="connsiteX12" fmla="*/ 5533435 w 6096000"/>
              <a:gd name="connsiteY12" fmla="*/ 536015 h 6858000"/>
              <a:gd name="connsiteX13" fmla="*/ 5538088 w 6096000"/>
              <a:gd name="connsiteY13" fmla="*/ 572092 h 6858000"/>
              <a:gd name="connsiteX14" fmla="*/ 5536061 w 6096000"/>
              <a:gd name="connsiteY14" fmla="*/ 572511 h 6858000"/>
              <a:gd name="connsiteX15" fmla="*/ 5528218 w 6096000"/>
              <a:gd name="connsiteY15" fmla="*/ 582332 h 6858000"/>
              <a:gd name="connsiteX16" fmla="*/ 5518011 w 6096000"/>
              <a:gd name="connsiteY16" fmla="*/ 601285 h 6858000"/>
              <a:gd name="connsiteX17" fmla="*/ 5473174 w 6096000"/>
              <a:gd name="connsiteY17" fmla="*/ 681608 h 6858000"/>
              <a:gd name="connsiteX18" fmla="*/ 5472963 w 6096000"/>
              <a:gd name="connsiteY18" fmla="*/ 689151 h 6858000"/>
              <a:gd name="connsiteX19" fmla="*/ 5472485 w 6096000"/>
              <a:gd name="connsiteY19" fmla="*/ 689289 h 6858000"/>
              <a:gd name="connsiteX20" fmla="*/ 5471326 w 6096000"/>
              <a:gd name="connsiteY20" fmla="*/ 697222 h 6858000"/>
              <a:gd name="connsiteX21" fmla="*/ 5472164 w 6096000"/>
              <a:gd name="connsiteY21" fmla="*/ 717531 h 6858000"/>
              <a:gd name="connsiteX22" fmla="*/ 5468891 w 6096000"/>
              <a:gd name="connsiteY22" fmla="*/ 722494 h 6858000"/>
              <a:gd name="connsiteX23" fmla="*/ 5463081 w 6096000"/>
              <a:gd name="connsiteY23" fmla="*/ 724368 h 6858000"/>
              <a:gd name="connsiteX24" fmla="*/ 5446981 w 6096000"/>
              <a:gd name="connsiteY24" fmla="*/ 752692 h 6858000"/>
              <a:gd name="connsiteX25" fmla="*/ 5417190 w 6096000"/>
              <a:gd name="connsiteY25" fmla="*/ 816346 h 6858000"/>
              <a:gd name="connsiteX26" fmla="*/ 5388958 w 6096000"/>
              <a:gd name="connsiteY26" fmla="*/ 889417 h 6858000"/>
              <a:gd name="connsiteX27" fmla="*/ 5307044 w 6096000"/>
              <a:gd name="connsiteY27" fmla="*/ 1063288 h 6858000"/>
              <a:gd name="connsiteX28" fmla="*/ 5303837 w 6096000"/>
              <a:gd name="connsiteY28" fmla="*/ 1157176 h 6858000"/>
              <a:gd name="connsiteX29" fmla="*/ 5286494 w 6096000"/>
              <a:gd name="connsiteY29" fmla="*/ 1210776 h 6858000"/>
              <a:gd name="connsiteX30" fmla="*/ 5282463 w 6096000"/>
              <a:gd name="connsiteY30" fmla="*/ 1301993 h 6858000"/>
              <a:gd name="connsiteX31" fmla="*/ 5252235 w 6096000"/>
              <a:gd name="connsiteY31" fmla="*/ 1360879 h 6858000"/>
              <a:gd name="connsiteX32" fmla="*/ 5244497 w 6096000"/>
              <a:gd name="connsiteY32" fmla="*/ 1404045 h 6858000"/>
              <a:gd name="connsiteX33" fmla="*/ 5223823 w 6096000"/>
              <a:gd name="connsiteY33" fmla="*/ 1429568 h 6858000"/>
              <a:gd name="connsiteX34" fmla="*/ 5224851 w 6096000"/>
              <a:gd name="connsiteY34" fmla="*/ 1430305 h 6858000"/>
              <a:gd name="connsiteX35" fmla="*/ 5212394 w 6096000"/>
              <a:gd name="connsiteY35" fmla="*/ 1463304 h 6858000"/>
              <a:gd name="connsiteX36" fmla="*/ 5209958 w 6096000"/>
              <a:gd name="connsiteY36" fmla="*/ 1514846 h 6858000"/>
              <a:gd name="connsiteX37" fmla="*/ 5206417 w 6096000"/>
              <a:gd name="connsiteY37" fmla="*/ 1519731 h 6858000"/>
              <a:gd name="connsiteX38" fmla="*/ 5206640 w 6096000"/>
              <a:gd name="connsiteY38" fmla="*/ 1519929 h 6858000"/>
              <a:gd name="connsiteX39" fmla="*/ 5207632 w 6096000"/>
              <a:gd name="connsiteY39" fmla="*/ 1546022 h 6858000"/>
              <a:gd name="connsiteX40" fmla="*/ 5212030 w 6096000"/>
              <a:gd name="connsiteY40" fmla="*/ 1578752 h 6858000"/>
              <a:gd name="connsiteX41" fmla="*/ 5203533 w 6096000"/>
              <a:gd name="connsiteY41" fmla="*/ 1647555 h 6858000"/>
              <a:gd name="connsiteX42" fmla="*/ 5190877 w 6096000"/>
              <a:gd name="connsiteY42" fmla="*/ 1715685 h 6858000"/>
              <a:gd name="connsiteX43" fmla="*/ 5184235 w 6096000"/>
              <a:gd name="connsiteY43" fmla="*/ 1740358 h 6858000"/>
              <a:gd name="connsiteX44" fmla="*/ 5181475 w 6096000"/>
              <a:gd name="connsiteY44" fmla="*/ 1784314 h 6858000"/>
              <a:gd name="connsiteX45" fmla="*/ 5185845 w 6096000"/>
              <a:gd name="connsiteY45" fmla="*/ 1804434 h 6858000"/>
              <a:gd name="connsiteX46" fmla="*/ 5185068 w 6096000"/>
              <a:gd name="connsiteY46" fmla="*/ 1805316 h 6858000"/>
              <a:gd name="connsiteX47" fmla="*/ 5188593 w 6096000"/>
              <a:gd name="connsiteY47" fmla="*/ 1807109 h 6858000"/>
              <a:gd name="connsiteX48" fmla="*/ 5185920 w 6096000"/>
              <a:gd name="connsiteY48" fmla="*/ 1821003 h 6858000"/>
              <a:gd name="connsiteX49" fmla="*/ 5183543 w 6096000"/>
              <a:gd name="connsiteY49" fmla="*/ 1824832 h 6858000"/>
              <a:gd name="connsiteX50" fmla="*/ 5182235 w 6096000"/>
              <a:gd name="connsiteY50" fmla="*/ 1830429 h 6858000"/>
              <a:gd name="connsiteX51" fmla="*/ 5182525 w 6096000"/>
              <a:gd name="connsiteY51" fmla="*/ 1830569 h 6858000"/>
              <a:gd name="connsiteX52" fmla="*/ 5180663 w 6096000"/>
              <a:gd name="connsiteY52" fmla="*/ 1835810 h 6858000"/>
              <a:gd name="connsiteX53" fmla="*/ 5167452 w 6096000"/>
              <a:gd name="connsiteY53" fmla="*/ 1861483 h 6858000"/>
              <a:gd name="connsiteX54" fmla="*/ 5174266 w 6096000"/>
              <a:gd name="connsiteY54" fmla="*/ 1892417 h 6858000"/>
              <a:gd name="connsiteX55" fmla="*/ 5189262 w 6096000"/>
              <a:gd name="connsiteY55" fmla="*/ 1895114 h 6858000"/>
              <a:gd name="connsiteX56" fmla="*/ 5187100 w 6096000"/>
              <a:gd name="connsiteY56" fmla="*/ 1899379 h 6858000"/>
              <a:gd name="connsiteX57" fmla="*/ 5180471 w 6096000"/>
              <a:gd name="connsiteY57" fmla="*/ 1907867 h 6858000"/>
              <a:gd name="connsiteX58" fmla="*/ 5181361 w 6096000"/>
              <a:gd name="connsiteY58" fmla="*/ 1910265 h 6858000"/>
              <a:gd name="connsiteX59" fmla="*/ 5178268 w 6096000"/>
              <a:gd name="connsiteY59" fmla="*/ 1935584 h 6858000"/>
              <a:gd name="connsiteX60" fmla="*/ 5183619 w 6096000"/>
              <a:gd name="connsiteY60" fmla="*/ 1942021 h 6858000"/>
              <a:gd name="connsiteX61" fmla="*/ 5184480 w 6096000"/>
              <a:gd name="connsiteY61" fmla="*/ 1945112 h 6858000"/>
              <a:gd name="connsiteX62" fmla="*/ 5172776 w 6096000"/>
              <a:gd name="connsiteY62" fmla="*/ 1961162 h 6858000"/>
              <a:gd name="connsiteX63" fmla="*/ 5168513 w 6096000"/>
              <a:gd name="connsiteY63" fmla="*/ 1969445 h 6858000"/>
              <a:gd name="connsiteX64" fmla="*/ 5126597 w 6096000"/>
              <a:gd name="connsiteY64" fmla="*/ 2024270 h 6858000"/>
              <a:gd name="connsiteX65" fmla="*/ 5119528 w 6096000"/>
              <a:gd name="connsiteY65" fmla="*/ 2107942 h 6858000"/>
              <a:gd name="connsiteX66" fmla="*/ 5110356 w 6096000"/>
              <a:gd name="connsiteY66" fmla="*/ 2193455 h 6858000"/>
              <a:gd name="connsiteX67" fmla="*/ 5104992 w 6096000"/>
              <a:gd name="connsiteY67" fmla="*/ 2260088 h 6858000"/>
              <a:gd name="connsiteX68" fmla="*/ 5059439 w 6096000"/>
              <a:gd name="connsiteY68" fmla="*/ 2335735 h 6858000"/>
              <a:gd name="connsiteX69" fmla="*/ 5022061 w 6096000"/>
              <a:gd name="connsiteY69" fmla="*/ 2408995 h 6858000"/>
              <a:gd name="connsiteX70" fmla="*/ 5022253 w 6096000"/>
              <a:gd name="connsiteY70" fmla="*/ 2445869 h 6858000"/>
              <a:gd name="connsiteX71" fmla="*/ 5011426 w 6096000"/>
              <a:gd name="connsiteY71" fmla="*/ 2496499 h 6858000"/>
              <a:gd name="connsiteX72" fmla="*/ 4994224 w 6096000"/>
              <a:gd name="connsiteY72" fmla="*/ 2549900 h 6858000"/>
              <a:gd name="connsiteX73" fmla="*/ 4995245 w 6096000"/>
              <a:gd name="connsiteY73" fmla="*/ 2596456 h 6858000"/>
              <a:gd name="connsiteX74" fmla="*/ 4988570 w 6096000"/>
              <a:gd name="connsiteY74" fmla="*/ 2606088 h 6858000"/>
              <a:gd name="connsiteX75" fmla="*/ 4988371 w 6096000"/>
              <a:gd name="connsiteY75" fmla="*/ 2635351 h 6858000"/>
              <a:gd name="connsiteX76" fmla="*/ 4983212 w 6096000"/>
              <a:gd name="connsiteY76" fmla="*/ 2665666 h 6858000"/>
              <a:gd name="connsiteX77" fmla="*/ 4968234 w 6096000"/>
              <a:gd name="connsiteY77" fmla="*/ 2715895 h 6858000"/>
              <a:gd name="connsiteX78" fmla="*/ 4975888 w 6096000"/>
              <a:gd name="connsiteY78" fmla="*/ 2725052 h 6858000"/>
              <a:gd name="connsiteX79" fmla="*/ 4980195 w 6096000"/>
              <a:gd name="connsiteY79" fmla="*/ 2726489 h 6858000"/>
              <a:gd name="connsiteX80" fmla="*/ 4976218 w 6096000"/>
              <a:gd name="connsiteY80" fmla="*/ 2740278 h 6858000"/>
              <a:gd name="connsiteX81" fmla="*/ 4980571 w 6096000"/>
              <a:gd name="connsiteY81" fmla="*/ 2751112 h 6858000"/>
              <a:gd name="connsiteX82" fmla="*/ 4973893 w 6096000"/>
              <a:gd name="connsiteY82" fmla="*/ 2760208 h 6858000"/>
              <a:gd name="connsiteX83" fmla="*/ 4979005 w 6096000"/>
              <a:gd name="connsiteY83" fmla="*/ 2790136 h 6858000"/>
              <a:gd name="connsiteX84" fmla="*/ 4986137 w 6096000"/>
              <a:gd name="connsiteY84" fmla="*/ 2804183 h 6858000"/>
              <a:gd name="connsiteX85" fmla="*/ 4986175 w 6096000"/>
              <a:gd name="connsiteY85" fmla="*/ 2825860 h 6858000"/>
              <a:gd name="connsiteX86" fmla="*/ 4993936 w 6096000"/>
              <a:gd name="connsiteY86" fmla="*/ 2911749 h 6858000"/>
              <a:gd name="connsiteX87" fmla="*/ 4992563 w 6096000"/>
              <a:gd name="connsiteY87" fmla="*/ 2977278 h 6858000"/>
              <a:gd name="connsiteX88" fmla="*/ 4980516 w 6096000"/>
              <a:gd name="connsiteY88" fmla="*/ 2991092 h 6858000"/>
              <a:gd name="connsiteX89" fmla="*/ 4992801 w 6096000"/>
              <a:gd name="connsiteY89" fmla="*/ 3020247 h 6858000"/>
              <a:gd name="connsiteX90" fmla="*/ 5014805 w 6096000"/>
              <a:gd name="connsiteY90" fmla="*/ 3065434 h 6858000"/>
              <a:gd name="connsiteX91" fmla="*/ 5002733 w 6096000"/>
              <a:gd name="connsiteY91" fmla="*/ 3103777 h 6858000"/>
              <a:gd name="connsiteX92" fmla="*/ 5002941 w 6096000"/>
              <a:gd name="connsiteY92" fmla="*/ 3151828 h 6858000"/>
              <a:gd name="connsiteX93" fmla="*/ 5002883 w 6096000"/>
              <a:gd name="connsiteY93" fmla="*/ 3180546 h 6858000"/>
              <a:gd name="connsiteX94" fmla="*/ 5016711 w 6096000"/>
              <a:gd name="connsiteY94" fmla="*/ 3258677 h 6858000"/>
              <a:gd name="connsiteX95" fmla="*/ 5017918 w 6096000"/>
              <a:gd name="connsiteY95" fmla="*/ 3262610 h 6858000"/>
              <a:gd name="connsiteX96" fmla="*/ 5011672 w 6096000"/>
              <a:gd name="connsiteY96" fmla="*/ 3277179 h 6858000"/>
              <a:gd name="connsiteX97" fmla="*/ 5009344 w 6096000"/>
              <a:gd name="connsiteY97" fmla="*/ 3278130 h 6858000"/>
              <a:gd name="connsiteX98" fmla="*/ 5026770 w 6096000"/>
              <a:gd name="connsiteY98" fmla="*/ 3325671 h 6858000"/>
              <a:gd name="connsiteX99" fmla="*/ 5024571 w 6096000"/>
              <a:gd name="connsiteY99" fmla="*/ 3332072 h 6858000"/>
              <a:gd name="connsiteX100" fmla="*/ 5041705 w 6096000"/>
              <a:gd name="connsiteY100" fmla="*/ 3362948 h 6858000"/>
              <a:gd name="connsiteX101" fmla="*/ 5047477 w 6096000"/>
              <a:gd name="connsiteY101" fmla="*/ 3378959 h 6858000"/>
              <a:gd name="connsiteX102" fmla="*/ 5060758 w 6096000"/>
              <a:gd name="connsiteY102" fmla="*/ 3407057 h 6858000"/>
              <a:gd name="connsiteX103" fmla="*/ 5058968 w 6096000"/>
              <a:gd name="connsiteY103" fmla="*/ 3409825 h 6858000"/>
              <a:gd name="connsiteX104" fmla="*/ 5062667 w 6096000"/>
              <a:gd name="connsiteY104" fmla="*/ 3415218 h 6858000"/>
              <a:gd name="connsiteX105" fmla="*/ 5060928 w 6096000"/>
              <a:gd name="connsiteY105" fmla="*/ 3419880 h 6858000"/>
              <a:gd name="connsiteX106" fmla="*/ 5062923 w 6096000"/>
              <a:gd name="connsiteY106" fmla="*/ 3424545 h 6858000"/>
              <a:gd name="connsiteX107" fmla="*/ 5064623 w 6096000"/>
              <a:gd name="connsiteY107" fmla="*/ 3476412 h 6858000"/>
              <a:gd name="connsiteX108" fmla="*/ 5069684 w 6096000"/>
              <a:gd name="connsiteY108" fmla="*/ 3486850 h 6858000"/>
              <a:gd name="connsiteX109" fmla="*/ 5063339 w 6096000"/>
              <a:gd name="connsiteY109" fmla="*/ 3496391 h 6858000"/>
              <a:gd name="connsiteX110" fmla="*/ 5070139 w 6096000"/>
              <a:gd name="connsiteY110" fmla="*/ 3531201 h 6858000"/>
              <a:gd name="connsiteX111" fmla="*/ 5079896 w 6096000"/>
              <a:gd name="connsiteY111" fmla="*/ 3542019 h 6858000"/>
              <a:gd name="connsiteX112" fmla="*/ 5087540 w 6096000"/>
              <a:gd name="connsiteY112" fmla="*/ 3552249 h 6858000"/>
              <a:gd name="connsiteX113" fmla="*/ 5087902 w 6096000"/>
              <a:gd name="connsiteY113" fmla="*/ 3553678 h 6858000"/>
              <a:gd name="connsiteX114" fmla="*/ 5091509 w 6096000"/>
              <a:gd name="connsiteY114" fmla="*/ 3568021 h 6858000"/>
              <a:gd name="connsiteX115" fmla="*/ 5091934 w 6096000"/>
              <a:gd name="connsiteY115" fmla="*/ 3569719 h 6858000"/>
              <a:gd name="connsiteX116" fmla="*/ 5089362 w 6096000"/>
              <a:gd name="connsiteY116" fmla="*/ 3586412 h 6858000"/>
              <a:gd name="connsiteX117" fmla="*/ 5092358 w 6096000"/>
              <a:gd name="connsiteY117" fmla="*/ 3597336 h 6858000"/>
              <a:gd name="connsiteX118" fmla="*/ 5084254 w 6096000"/>
              <a:gd name="connsiteY118" fmla="*/ 3606007 h 6858000"/>
              <a:gd name="connsiteX119" fmla="*/ 5084281 w 6096000"/>
              <a:gd name="connsiteY119" fmla="*/ 3641228 h 6858000"/>
              <a:gd name="connsiteX120" fmla="*/ 5091848 w 6096000"/>
              <a:gd name="connsiteY120" fmla="*/ 3653088 h 6858000"/>
              <a:gd name="connsiteX121" fmla="*/ 5097436 w 6096000"/>
              <a:gd name="connsiteY121" fmla="*/ 3664114 h 6858000"/>
              <a:gd name="connsiteX122" fmla="*/ 5097518 w 6096000"/>
              <a:gd name="connsiteY122" fmla="*/ 3665569 h 6858000"/>
              <a:gd name="connsiteX123" fmla="*/ 5099829 w 6096000"/>
              <a:gd name="connsiteY123" fmla="*/ 3707357 h 6858000"/>
              <a:gd name="connsiteX124" fmla="*/ 5114696 w 6096000"/>
              <a:gd name="connsiteY124" fmla="*/ 3778166 h 6858000"/>
              <a:gd name="connsiteX125" fmla="*/ 5135379 w 6096000"/>
              <a:gd name="connsiteY125" fmla="*/ 3878222 h 6858000"/>
              <a:gd name="connsiteX126" fmla="*/ 5130138 w 6096000"/>
              <a:gd name="connsiteY126" fmla="*/ 4048117 h 6858000"/>
              <a:gd name="connsiteX127" fmla="*/ 5090040 w 6096000"/>
              <a:gd name="connsiteY127" fmla="*/ 4219510 h 6858000"/>
              <a:gd name="connsiteX128" fmla="*/ 5092812 w 6096000"/>
              <a:gd name="connsiteY128" fmla="*/ 4411258 h 6858000"/>
              <a:gd name="connsiteX129" fmla="*/ 5084599 w 6096000"/>
              <a:gd name="connsiteY129" fmla="*/ 4488531 h 6858000"/>
              <a:gd name="connsiteX130" fmla="*/ 5084072 w 6096000"/>
              <a:gd name="connsiteY130" fmla="*/ 4539168 h 6858000"/>
              <a:gd name="connsiteX131" fmla="*/ 5068936 w 6096000"/>
              <a:gd name="connsiteY131" fmla="*/ 4625153 h 6858000"/>
              <a:gd name="connsiteX132" fmla="*/ 5059114 w 6096000"/>
              <a:gd name="connsiteY132" fmla="*/ 4733115 h 6858000"/>
              <a:gd name="connsiteX133" fmla="*/ 5037209 w 6096000"/>
              <a:gd name="connsiteY133" fmla="*/ 4844323 h 6858000"/>
              <a:gd name="connsiteX134" fmla="*/ 5020638 w 6096000"/>
              <a:gd name="connsiteY134" fmla="*/ 4877992 h 6858000"/>
              <a:gd name="connsiteX135" fmla="*/ 5006413 w 6096000"/>
              <a:gd name="connsiteY135" fmla="*/ 4925805 h 6858000"/>
              <a:gd name="connsiteX136" fmla="*/ 4971037 w 6096000"/>
              <a:gd name="connsiteY136" fmla="*/ 5009272 h 6858000"/>
              <a:gd name="connsiteX137" fmla="*/ 4963105 w 6096000"/>
              <a:gd name="connsiteY137" fmla="*/ 5111369 h 6858000"/>
              <a:gd name="connsiteX138" fmla="*/ 4976341 w 6096000"/>
              <a:gd name="connsiteY138" fmla="*/ 5210876 h 6858000"/>
              <a:gd name="connsiteX139" fmla="*/ 4980617 w 6096000"/>
              <a:gd name="connsiteY139" fmla="*/ 5269726 h 6858000"/>
              <a:gd name="connsiteX140" fmla="*/ 4997733 w 6096000"/>
              <a:gd name="connsiteY140" fmla="*/ 5464225 h 6858000"/>
              <a:gd name="connsiteX141" fmla="*/ 5001400 w 6096000"/>
              <a:gd name="connsiteY141" fmla="*/ 5594585 h 6858000"/>
              <a:gd name="connsiteX142" fmla="*/ 4983700 w 6096000"/>
              <a:gd name="connsiteY142" fmla="*/ 5667896 h 6858000"/>
              <a:gd name="connsiteX143" fmla="*/ 4968506 w 6096000"/>
              <a:gd name="connsiteY143" fmla="*/ 5769225 h 6858000"/>
              <a:gd name="connsiteX144" fmla="*/ 4969765 w 6096000"/>
              <a:gd name="connsiteY144" fmla="*/ 5823324 h 6858000"/>
              <a:gd name="connsiteX145" fmla="*/ 4966129 w 6096000"/>
              <a:gd name="connsiteY145" fmla="*/ 5862699 h 6858000"/>
              <a:gd name="connsiteX146" fmla="*/ 4970695 w 6096000"/>
              <a:gd name="connsiteY146" fmla="*/ 5906467 h 6858000"/>
              <a:gd name="connsiteX147" fmla="*/ 4991568 w 6096000"/>
              <a:gd name="connsiteY147" fmla="*/ 5939847 h 6858000"/>
              <a:gd name="connsiteX148" fmla="*/ 4986815 w 6096000"/>
              <a:gd name="connsiteY148" fmla="*/ 5973994 h 6858000"/>
              <a:gd name="connsiteX149" fmla="*/ 4987776 w 6096000"/>
              <a:gd name="connsiteY149" fmla="*/ 6089693 h 6858000"/>
              <a:gd name="connsiteX150" fmla="*/ 4991621 w 6096000"/>
              <a:gd name="connsiteY150" fmla="*/ 6224938 h 6858000"/>
              <a:gd name="connsiteX151" fmla="*/ 5017157 w 6096000"/>
              <a:gd name="connsiteY151" fmla="*/ 6370251 h 6858000"/>
              <a:gd name="connsiteX152" fmla="*/ 5040797 w 6096000"/>
              <a:gd name="connsiteY152" fmla="*/ 6541313 h 6858000"/>
              <a:gd name="connsiteX153" fmla="*/ 5045375 w 6096000"/>
              <a:gd name="connsiteY153" fmla="*/ 6640957 h 6858000"/>
              <a:gd name="connsiteX154" fmla="*/ 5058442 w 6096000"/>
              <a:gd name="connsiteY154" fmla="*/ 6705297 h 6858000"/>
              <a:gd name="connsiteX155" fmla="*/ 5071125 w 6096000"/>
              <a:gd name="connsiteY155" fmla="*/ 6759582 h 6858000"/>
              <a:gd name="connsiteX156" fmla="*/ 5069172 w 6096000"/>
              <a:gd name="connsiteY156" fmla="*/ 6817746 h 6858000"/>
              <a:gd name="connsiteX157" fmla="*/ 5072322 w 6096000"/>
              <a:gd name="connsiteY157" fmla="*/ 6843646 h 6858000"/>
              <a:gd name="connsiteX158" fmla="*/ 5091388 w 6096000"/>
              <a:gd name="connsiteY158" fmla="*/ 6857998 h 6858000"/>
              <a:gd name="connsiteX159" fmla="*/ 6096000 w 6096000"/>
              <a:gd name="connsiteY159" fmla="*/ 6857998 h 6858000"/>
              <a:gd name="connsiteX160" fmla="*/ 6096000 w 6096000"/>
              <a:gd name="connsiteY160" fmla="*/ 6858000 h 6858000"/>
              <a:gd name="connsiteX161" fmla="*/ 0 w 6096000"/>
              <a:gd name="connsiteY16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5567517" y="0"/>
                </a:lnTo>
                <a:lnTo>
                  <a:pt x="5566938" y="1705"/>
                </a:lnTo>
                <a:cubicBezTo>
                  <a:pt x="5563126" y="8440"/>
                  <a:pt x="5558112" y="13784"/>
                  <a:pt x="5551594" y="17287"/>
                </a:cubicBezTo>
                <a:cubicBezTo>
                  <a:pt x="5562364" y="82036"/>
                  <a:pt x="5510349" y="69804"/>
                  <a:pt x="5545641" y="130336"/>
                </a:cubicBezTo>
                <a:cubicBezTo>
                  <a:pt x="5526953" y="117589"/>
                  <a:pt x="5536978" y="162458"/>
                  <a:pt x="5538289" y="187093"/>
                </a:cubicBezTo>
                <a:cubicBezTo>
                  <a:pt x="5536205" y="226511"/>
                  <a:pt x="5545722" y="205530"/>
                  <a:pt x="5545790" y="265704"/>
                </a:cubicBezTo>
                <a:cubicBezTo>
                  <a:pt x="5542296" y="317533"/>
                  <a:pt x="5543813" y="325288"/>
                  <a:pt x="5542313" y="354566"/>
                </a:cubicBezTo>
                <a:lnTo>
                  <a:pt x="5524126" y="472000"/>
                </a:lnTo>
                <a:lnTo>
                  <a:pt x="5522170" y="473782"/>
                </a:lnTo>
                <a:cubicBezTo>
                  <a:pt x="5517847" y="482008"/>
                  <a:pt x="5518682" y="487340"/>
                  <a:pt x="5521798" y="491380"/>
                </a:cubicBezTo>
                <a:lnTo>
                  <a:pt x="5536419" y="531675"/>
                </a:lnTo>
                <a:lnTo>
                  <a:pt x="5533435" y="536015"/>
                </a:lnTo>
                <a:lnTo>
                  <a:pt x="5538088" y="572092"/>
                </a:lnTo>
                <a:lnTo>
                  <a:pt x="5536061" y="572511"/>
                </a:lnTo>
                <a:cubicBezTo>
                  <a:pt x="5531611" y="574271"/>
                  <a:pt x="5528529" y="577121"/>
                  <a:pt x="5528218" y="582332"/>
                </a:cubicBezTo>
                <a:cubicBezTo>
                  <a:pt x="5498002" y="573171"/>
                  <a:pt x="5516262" y="585107"/>
                  <a:pt x="5518011" y="601285"/>
                </a:cubicBezTo>
                <a:cubicBezTo>
                  <a:pt x="5508838" y="617831"/>
                  <a:pt x="5480684" y="666964"/>
                  <a:pt x="5473174" y="681608"/>
                </a:cubicBezTo>
                <a:cubicBezTo>
                  <a:pt x="5473102" y="684122"/>
                  <a:pt x="5473033" y="686637"/>
                  <a:pt x="5472963" y="689151"/>
                </a:cubicBezTo>
                <a:lnTo>
                  <a:pt x="5472485" y="689289"/>
                </a:lnTo>
                <a:cubicBezTo>
                  <a:pt x="5471434" y="690905"/>
                  <a:pt x="5470986" y="693376"/>
                  <a:pt x="5471326" y="697222"/>
                </a:cubicBezTo>
                <a:cubicBezTo>
                  <a:pt x="5471606" y="703992"/>
                  <a:pt x="5471884" y="710761"/>
                  <a:pt x="5472164" y="717531"/>
                </a:cubicBezTo>
                <a:lnTo>
                  <a:pt x="5468891" y="722494"/>
                </a:lnTo>
                <a:lnTo>
                  <a:pt x="5463081" y="724368"/>
                </a:lnTo>
                <a:lnTo>
                  <a:pt x="5446981" y="752692"/>
                </a:lnTo>
                <a:cubicBezTo>
                  <a:pt x="5454691" y="764380"/>
                  <a:pt x="5422719" y="808083"/>
                  <a:pt x="5417190" y="816346"/>
                </a:cubicBezTo>
                <a:lnTo>
                  <a:pt x="5388958" y="889417"/>
                </a:lnTo>
                <a:cubicBezTo>
                  <a:pt x="5320491" y="969963"/>
                  <a:pt x="5321907" y="1005331"/>
                  <a:pt x="5307044" y="1063288"/>
                </a:cubicBezTo>
                <a:cubicBezTo>
                  <a:pt x="5313332" y="1111028"/>
                  <a:pt x="5317096" y="1110140"/>
                  <a:pt x="5303837" y="1157176"/>
                </a:cubicBezTo>
                <a:cubicBezTo>
                  <a:pt x="5301103" y="1192124"/>
                  <a:pt x="5301884" y="1197232"/>
                  <a:pt x="5286494" y="1210776"/>
                </a:cubicBezTo>
                <a:lnTo>
                  <a:pt x="5282463" y="1301993"/>
                </a:lnTo>
                <a:lnTo>
                  <a:pt x="5252235" y="1360879"/>
                </a:lnTo>
                <a:lnTo>
                  <a:pt x="5244497" y="1404045"/>
                </a:lnTo>
                <a:lnTo>
                  <a:pt x="5223823" y="1429568"/>
                </a:lnTo>
                <a:lnTo>
                  <a:pt x="5224851" y="1430305"/>
                </a:lnTo>
                <a:cubicBezTo>
                  <a:pt x="5226697" y="1432466"/>
                  <a:pt x="5214738" y="1459891"/>
                  <a:pt x="5212394" y="1463304"/>
                </a:cubicBezTo>
                <a:cubicBezTo>
                  <a:pt x="5209912" y="1477394"/>
                  <a:pt x="5213027" y="1501295"/>
                  <a:pt x="5209958" y="1514846"/>
                </a:cubicBezTo>
                <a:lnTo>
                  <a:pt x="5206417" y="1519731"/>
                </a:lnTo>
                <a:lnTo>
                  <a:pt x="5206640" y="1519929"/>
                </a:lnTo>
                <a:cubicBezTo>
                  <a:pt x="5206490" y="1521210"/>
                  <a:pt x="5209710" y="1543635"/>
                  <a:pt x="5207632" y="1546022"/>
                </a:cubicBezTo>
                <a:lnTo>
                  <a:pt x="5212030" y="1578752"/>
                </a:lnTo>
                <a:cubicBezTo>
                  <a:pt x="5206147" y="1605585"/>
                  <a:pt x="5226381" y="1622803"/>
                  <a:pt x="5203533" y="1647555"/>
                </a:cubicBezTo>
                <a:cubicBezTo>
                  <a:pt x="5198128" y="1672675"/>
                  <a:pt x="5203213" y="1694404"/>
                  <a:pt x="5190877" y="1715685"/>
                </a:cubicBezTo>
                <a:cubicBezTo>
                  <a:pt x="5196815" y="1724301"/>
                  <a:pt x="5198098" y="1732435"/>
                  <a:pt x="5184235" y="1740358"/>
                </a:cubicBezTo>
                <a:cubicBezTo>
                  <a:pt x="5182625" y="1763793"/>
                  <a:pt x="5198368" y="1769422"/>
                  <a:pt x="5181475" y="1784314"/>
                </a:cubicBezTo>
                <a:cubicBezTo>
                  <a:pt x="5205987" y="1797417"/>
                  <a:pt x="5195246" y="1798221"/>
                  <a:pt x="5185845" y="1804434"/>
                </a:cubicBezTo>
                <a:lnTo>
                  <a:pt x="5185068" y="1805316"/>
                </a:lnTo>
                <a:lnTo>
                  <a:pt x="5188593" y="1807109"/>
                </a:lnTo>
                <a:lnTo>
                  <a:pt x="5185920" y="1821003"/>
                </a:lnTo>
                <a:lnTo>
                  <a:pt x="5183543" y="1824832"/>
                </a:lnTo>
                <a:cubicBezTo>
                  <a:pt x="5182284" y="1827468"/>
                  <a:pt x="5181937" y="1829219"/>
                  <a:pt x="5182235" y="1830429"/>
                </a:cubicBezTo>
                <a:lnTo>
                  <a:pt x="5182525" y="1830569"/>
                </a:lnTo>
                <a:lnTo>
                  <a:pt x="5180663" y="1835810"/>
                </a:lnTo>
                <a:cubicBezTo>
                  <a:pt x="5176779" y="1844665"/>
                  <a:pt x="5172297" y="1853278"/>
                  <a:pt x="5167452" y="1861483"/>
                </a:cubicBezTo>
                <a:cubicBezTo>
                  <a:pt x="5179827" y="1866643"/>
                  <a:pt x="5166788" y="1884999"/>
                  <a:pt x="5174266" y="1892417"/>
                </a:cubicBezTo>
                <a:lnTo>
                  <a:pt x="5189262" y="1895114"/>
                </a:lnTo>
                <a:lnTo>
                  <a:pt x="5187100" y="1899379"/>
                </a:lnTo>
                <a:lnTo>
                  <a:pt x="5180471" y="1907867"/>
                </a:lnTo>
                <a:cubicBezTo>
                  <a:pt x="5179609" y="1909162"/>
                  <a:pt x="5179647" y="1909994"/>
                  <a:pt x="5181361" y="1910265"/>
                </a:cubicBezTo>
                <a:cubicBezTo>
                  <a:pt x="5180995" y="1914884"/>
                  <a:pt x="5177893" y="1930292"/>
                  <a:pt x="5178268" y="1935584"/>
                </a:cubicBezTo>
                <a:lnTo>
                  <a:pt x="5183619" y="1942021"/>
                </a:lnTo>
                <a:lnTo>
                  <a:pt x="5184480" y="1945112"/>
                </a:lnTo>
                <a:lnTo>
                  <a:pt x="5172776" y="1961162"/>
                </a:lnTo>
                <a:lnTo>
                  <a:pt x="5168513" y="1969445"/>
                </a:lnTo>
                <a:lnTo>
                  <a:pt x="5126597" y="2024270"/>
                </a:lnTo>
                <a:lnTo>
                  <a:pt x="5119528" y="2107942"/>
                </a:lnTo>
                <a:cubicBezTo>
                  <a:pt x="5089290" y="2138038"/>
                  <a:pt x="5110415" y="2159228"/>
                  <a:pt x="5110356" y="2193455"/>
                </a:cubicBezTo>
                <a:cubicBezTo>
                  <a:pt x="5101302" y="2220953"/>
                  <a:pt x="5110381" y="2224200"/>
                  <a:pt x="5104992" y="2260088"/>
                </a:cubicBezTo>
                <a:cubicBezTo>
                  <a:pt x="5096504" y="2291744"/>
                  <a:pt x="5078225" y="2299003"/>
                  <a:pt x="5059439" y="2335735"/>
                </a:cubicBezTo>
                <a:cubicBezTo>
                  <a:pt x="5029465" y="2329020"/>
                  <a:pt x="5058046" y="2407546"/>
                  <a:pt x="5022061" y="2408995"/>
                </a:cubicBezTo>
                <a:cubicBezTo>
                  <a:pt x="5023289" y="2413465"/>
                  <a:pt x="5019654" y="2441580"/>
                  <a:pt x="5022253" y="2445869"/>
                </a:cubicBezTo>
                <a:cubicBezTo>
                  <a:pt x="5022440" y="2449625"/>
                  <a:pt x="5011241" y="2492743"/>
                  <a:pt x="5011426" y="2496499"/>
                </a:cubicBezTo>
                <a:lnTo>
                  <a:pt x="4994224" y="2549900"/>
                </a:lnTo>
                <a:cubicBezTo>
                  <a:pt x="4992353" y="2564757"/>
                  <a:pt x="4998952" y="2582253"/>
                  <a:pt x="4995245" y="2596456"/>
                </a:cubicBezTo>
                <a:lnTo>
                  <a:pt x="4988570" y="2606088"/>
                </a:lnTo>
                <a:cubicBezTo>
                  <a:pt x="4988504" y="2615842"/>
                  <a:pt x="4988436" y="2625597"/>
                  <a:pt x="4988371" y="2635351"/>
                </a:cubicBezTo>
                <a:lnTo>
                  <a:pt x="4983212" y="2665666"/>
                </a:lnTo>
                <a:lnTo>
                  <a:pt x="4968234" y="2715895"/>
                </a:lnTo>
                <a:lnTo>
                  <a:pt x="4975888" y="2725052"/>
                </a:lnTo>
                <a:lnTo>
                  <a:pt x="4980195" y="2726489"/>
                </a:lnTo>
                <a:lnTo>
                  <a:pt x="4976218" y="2740278"/>
                </a:lnTo>
                <a:lnTo>
                  <a:pt x="4980571" y="2751112"/>
                </a:lnTo>
                <a:lnTo>
                  <a:pt x="4973893" y="2760208"/>
                </a:lnTo>
                <a:lnTo>
                  <a:pt x="4979005" y="2790136"/>
                </a:lnTo>
                <a:lnTo>
                  <a:pt x="4986137" y="2804183"/>
                </a:lnTo>
                <a:cubicBezTo>
                  <a:pt x="4986150" y="2811409"/>
                  <a:pt x="4986162" y="2818634"/>
                  <a:pt x="4986175" y="2825860"/>
                </a:cubicBezTo>
                <a:cubicBezTo>
                  <a:pt x="4987474" y="2843788"/>
                  <a:pt x="4992871" y="2886513"/>
                  <a:pt x="4993936" y="2911749"/>
                </a:cubicBezTo>
                <a:cubicBezTo>
                  <a:pt x="4993313" y="2946689"/>
                  <a:pt x="4980300" y="2954448"/>
                  <a:pt x="4992563" y="2977278"/>
                </a:cubicBezTo>
                <a:cubicBezTo>
                  <a:pt x="4985688" y="2983455"/>
                  <a:pt x="4982051" y="2987749"/>
                  <a:pt x="4980516" y="2991092"/>
                </a:cubicBezTo>
                <a:cubicBezTo>
                  <a:pt x="4975910" y="3001119"/>
                  <a:pt x="4990216" y="3002537"/>
                  <a:pt x="4992801" y="3020247"/>
                </a:cubicBezTo>
                <a:cubicBezTo>
                  <a:pt x="4998517" y="3032637"/>
                  <a:pt x="5013148" y="3051512"/>
                  <a:pt x="5014805" y="3065434"/>
                </a:cubicBezTo>
                <a:cubicBezTo>
                  <a:pt x="4998836" y="3057428"/>
                  <a:pt x="5016840" y="3105196"/>
                  <a:pt x="5002733" y="3103777"/>
                </a:cubicBezTo>
                <a:cubicBezTo>
                  <a:pt x="5022381" y="3124610"/>
                  <a:pt x="4997365" y="3128169"/>
                  <a:pt x="5002941" y="3151828"/>
                </a:cubicBezTo>
                <a:cubicBezTo>
                  <a:pt x="5010264" y="3163902"/>
                  <a:pt x="5011356" y="3171780"/>
                  <a:pt x="5002883" y="3180546"/>
                </a:cubicBezTo>
                <a:cubicBezTo>
                  <a:pt x="5038586" y="3236545"/>
                  <a:pt x="5003723" y="3210316"/>
                  <a:pt x="5016711" y="3258677"/>
                </a:cubicBezTo>
                <a:lnTo>
                  <a:pt x="5017918" y="3262610"/>
                </a:lnTo>
                <a:lnTo>
                  <a:pt x="5011672" y="3277179"/>
                </a:lnTo>
                <a:lnTo>
                  <a:pt x="5009344" y="3278130"/>
                </a:lnTo>
                <a:lnTo>
                  <a:pt x="5026770" y="3325671"/>
                </a:lnTo>
                <a:lnTo>
                  <a:pt x="5024571" y="3332072"/>
                </a:lnTo>
                <a:lnTo>
                  <a:pt x="5041705" y="3362948"/>
                </a:lnTo>
                <a:lnTo>
                  <a:pt x="5047477" y="3378959"/>
                </a:lnTo>
                <a:lnTo>
                  <a:pt x="5060758" y="3407057"/>
                </a:lnTo>
                <a:lnTo>
                  <a:pt x="5058968" y="3409825"/>
                </a:lnTo>
                <a:lnTo>
                  <a:pt x="5062667" y="3415218"/>
                </a:lnTo>
                <a:lnTo>
                  <a:pt x="5060928" y="3419880"/>
                </a:lnTo>
                <a:lnTo>
                  <a:pt x="5062923" y="3424545"/>
                </a:lnTo>
                <a:cubicBezTo>
                  <a:pt x="5063537" y="3433967"/>
                  <a:pt x="5063494" y="3466028"/>
                  <a:pt x="5064623" y="3476412"/>
                </a:cubicBezTo>
                <a:lnTo>
                  <a:pt x="5069684" y="3486850"/>
                </a:lnTo>
                <a:lnTo>
                  <a:pt x="5063339" y="3496391"/>
                </a:lnTo>
                <a:lnTo>
                  <a:pt x="5070139" y="3531201"/>
                </a:lnTo>
                <a:lnTo>
                  <a:pt x="5079896" y="3542019"/>
                </a:lnTo>
                <a:lnTo>
                  <a:pt x="5087540" y="3552249"/>
                </a:lnTo>
                <a:lnTo>
                  <a:pt x="5087902" y="3553678"/>
                </a:lnTo>
                <a:lnTo>
                  <a:pt x="5091509" y="3568021"/>
                </a:lnTo>
                <a:lnTo>
                  <a:pt x="5091934" y="3569719"/>
                </a:lnTo>
                <a:lnTo>
                  <a:pt x="5089362" y="3586412"/>
                </a:lnTo>
                <a:lnTo>
                  <a:pt x="5092358" y="3597336"/>
                </a:lnTo>
                <a:lnTo>
                  <a:pt x="5084254" y="3606007"/>
                </a:lnTo>
                <a:cubicBezTo>
                  <a:pt x="5084262" y="3617747"/>
                  <a:pt x="5084273" y="3629488"/>
                  <a:pt x="5084281" y="3641228"/>
                </a:cubicBezTo>
                <a:lnTo>
                  <a:pt x="5091848" y="3653088"/>
                </a:lnTo>
                <a:lnTo>
                  <a:pt x="5097436" y="3664114"/>
                </a:lnTo>
                <a:cubicBezTo>
                  <a:pt x="5097463" y="3664599"/>
                  <a:pt x="5097491" y="3665084"/>
                  <a:pt x="5097518" y="3665569"/>
                </a:cubicBezTo>
                <a:cubicBezTo>
                  <a:pt x="5097915" y="3672776"/>
                  <a:pt x="5096966" y="3688591"/>
                  <a:pt x="5099829" y="3707357"/>
                </a:cubicBezTo>
                <a:cubicBezTo>
                  <a:pt x="5100505" y="3724716"/>
                  <a:pt x="5118078" y="3760234"/>
                  <a:pt x="5114696" y="3778166"/>
                </a:cubicBezTo>
                <a:cubicBezTo>
                  <a:pt x="5141627" y="3845122"/>
                  <a:pt x="5125427" y="3821305"/>
                  <a:pt x="5135379" y="3878222"/>
                </a:cubicBezTo>
                <a:cubicBezTo>
                  <a:pt x="5161519" y="3905047"/>
                  <a:pt x="5125417" y="4015047"/>
                  <a:pt x="5130138" y="4048117"/>
                </a:cubicBezTo>
                <a:cubicBezTo>
                  <a:pt x="5081804" y="4192084"/>
                  <a:pt x="5096262" y="4158987"/>
                  <a:pt x="5090040" y="4219510"/>
                </a:cubicBezTo>
                <a:cubicBezTo>
                  <a:pt x="5104553" y="4280033"/>
                  <a:pt x="5065380" y="4345686"/>
                  <a:pt x="5092812" y="4411258"/>
                </a:cubicBezTo>
                <a:cubicBezTo>
                  <a:pt x="5090630" y="4437329"/>
                  <a:pt x="5083878" y="4473140"/>
                  <a:pt x="5084599" y="4488531"/>
                </a:cubicBezTo>
                <a:cubicBezTo>
                  <a:pt x="5084423" y="4505410"/>
                  <a:pt x="5084248" y="4522289"/>
                  <a:pt x="5084072" y="4539168"/>
                </a:cubicBezTo>
                <a:cubicBezTo>
                  <a:pt x="5072114" y="4567830"/>
                  <a:pt x="5064305" y="4588197"/>
                  <a:pt x="5068936" y="4625153"/>
                </a:cubicBezTo>
                <a:cubicBezTo>
                  <a:pt x="5077433" y="4662889"/>
                  <a:pt x="5065899" y="4679357"/>
                  <a:pt x="5059114" y="4733115"/>
                </a:cubicBezTo>
                <a:cubicBezTo>
                  <a:pt x="5068687" y="4752352"/>
                  <a:pt x="5055370" y="4832308"/>
                  <a:pt x="5037209" y="4844323"/>
                </a:cubicBezTo>
                <a:cubicBezTo>
                  <a:pt x="5033444" y="4857054"/>
                  <a:pt x="5040194" y="4871554"/>
                  <a:pt x="5020638" y="4877992"/>
                </a:cubicBezTo>
                <a:cubicBezTo>
                  <a:pt x="4997151" y="4888353"/>
                  <a:pt x="5034418" y="4931200"/>
                  <a:pt x="5006413" y="4925805"/>
                </a:cubicBezTo>
                <a:cubicBezTo>
                  <a:pt x="5031964" y="4956261"/>
                  <a:pt x="4982840" y="4982633"/>
                  <a:pt x="4971037" y="5009272"/>
                </a:cubicBezTo>
                <a:cubicBezTo>
                  <a:pt x="4973259" y="5034036"/>
                  <a:pt x="4968375" y="5053859"/>
                  <a:pt x="4963105" y="5111369"/>
                </a:cubicBezTo>
                <a:cubicBezTo>
                  <a:pt x="4973224" y="5141336"/>
                  <a:pt x="4937413" y="5161742"/>
                  <a:pt x="4976341" y="5210876"/>
                </a:cubicBezTo>
                <a:cubicBezTo>
                  <a:pt x="4972455" y="5212581"/>
                  <a:pt x="4977054" y="5227501"/>
                  <a:pt x="4980617" y="5269726"/>
                </a:cubicBezTo>
                <a:cubicBezTo>
                  <a:pt x="4984182" y="5311951"/>
                  <a:pt x="4990390" y="5400671"/>
                  <a:pt x="4997733" y="5464225"/>
                </a:cubicBezTo>
                <a:cubicBezTo>
                  <a:pt x="5001765" y="5536542"/>
                  <a:pt x="4990225" y="5517959"/>
                  <a:pt x="5001400" y="5594585"/>
                </a:cubicBezTo>
                <a:cubicBezTo>
                  <a:pt x="4999908" y="5619318"/>
                  <a:pt x="4974042" y="5647975"/>
                  <a:pt x="4983700" y="5667896"/>
                </a:cubicBezTo>
                <a:cubicBezTo>
                  <a:pt x="4976834" y="5696311"/>
                  <a:pt x="4975579" y="5738356"/>
                  <a:pt x="4968506" y="5769225"/>
                </a:cubicBezTo>
                <a:cubicBezTo>
                  <a:pt x="4968926" y="5787258"/>
                  <a:pt x="4969344" y="5805291"/>
                  <a:pt x="4969765" y="5823324"/>
                </a:cubicBezTo>
                <a:cubicBezTo>
                  <a:pt x="4966122" y="5853058"/>
                  <a:pt x="4965608" y="5838948"/>
                  <a:pt x="4966129" y="5862699"/>
                </a:cubicBezTo>
                <a:lnTo>
                  <a:pt x="4970695" y="5906467"/>
                </a:lnTo>
                <a:lnTo>
                  <a:pt x="4991568" y="5939847"/>
                </a:lnTo>
                <a:cubicBezTo>
                  <a:pt x="4998848" y="5955713"/>
                  <a:pt x="4974731" y="5940131"/>
                  <a:pt x="4986815" y="5973994"/>
                </a:cubicBezTo>
                <a:cubicBezTo>
                  <a:pt x="4961187" y="5997051"/>
                  <a:pt x="4983444" y="6032039"/>
                  <a:pt x="4987776" y="6089693"/>
                </a:cubicBezTo>
                <a:lnTo>
                  <a:pt x="4991621" y="6224938"/>
                </a:lnTo>
                <a:cubicBezTo>
                  <a:pt x="4988442" y="6270972"/>
                  <a:pt x="5008962" y="6317522"/>
                  <a:pt x="5017157" y="6370251"/>
                </a:cubicBezTo>
                <a:cubicBezTo>
                  <a:pt x="5025353" y="6422980"/>
                  <a:pt x="5039938" y="6490855"/>
                  <a:pt x="5040797" y="6541313"/>
                </a:cubicBezTo>
                <a:cubicBezTo>
                  <a:pt x="5039898" y="6576319"/>
                  <a:pt x="5031912" y="6591883"/>
                  <a:pt x="5045375" y="6640957"/>
                </a:cubicBezTo>
                <a:cubicBezTo>
                  <a:pt x="5057505" y="6669536"/>
                  <a:pt x="5052276" y="6675394"/>
                  <a:pt x="5058442" y="6705297"/>
                </a:cubicBezTo>
                <a:cubicBezTo>
                  <a:pt x="5057367" y="6727133"/>
                  <a:pt x="5067901" y="6732087"/>
                  <a:pt x="5071125" y="6759582"/>
                </a:cubicBezTo>
                <a:cubicBezTo>
                  <a:pt x="5055614" y="6796071"/>
                  <a:pt x="5051656" y="6769544"/>
                  <a:pt x="5069172" y="6817746"/>
                </a:cubicBezTo>
                <a:cubicBezTo>
                  <a:pt x="5060956" y="6828354"/>
                  <a:pt x="5064525" y="6836369"/>
                  <a:pt x="5072322" y="6843646"/>
                </a:cubicBezTo>
                <a:lnTo>
                  <a:pt x="5091388" y="6857998"/>
                </a:lnTo>
                <a:lnTo>
                  <a:pt x="6096000" y="6857998"/>
                </a:lnTo>
                <a:lnTo>
                  <a:pt x="6096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B8EB690-37EB-5024-28FE-83A6368C4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9600"/>
            <a:ext cx="3739341" cy="1330839"/>
          </a:xfrm>
        </p:spPr>
        <p:txBody>
          <a:bodyPr>
            <a:normAutofit/>
          </a:bodyPr>
          <a:lstStyle/>
          <a:p>
            <a:r>
              <a:rPr lang="hu-HU" dirty="0"/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FF8B878-1544-5D19-79B3-0163D47CAF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2366" y="2194102"/>
            <a:ext cx="3427001" cy="3908586"/>
          </a:xfrm>
        </p:spPr>
        <p:txBody>
          <a:bodyPr>
            <a:normAutofit/>
          </a:bodyPr>
          <a:lstStyle/>
          <a:p>
            <a:r>
              <a:rPr lang="hu-HU" sz="2000" dirty="0" err="1"/>
              <a:t>React</a:t>
            </a:r>
            <a:r>
              <a:rPr lang="hu-HU" sz="2000" dirty="0"/>
              <a:t>-ban készül</a:t>
            </a:r>
          </a:p>
          <a:p>
            <a:r>
              <a:rPr lang="hu-HU" sz="2000" dirty="0"/>
              <a:t> Navigációs linkek</a:t>
            </a:r>
          </a:p>
          <a:p>
            <a:r>
              <a:rPr lang="hu-HU" sz="2000" dirty="0"/>
              <a:t>Bejelentkezési felület</a:t>
            </a:r>
          </a:p>
          <a:p>
            <a:r>
              <a:rPr lang="hu-HU" sz="2000" dirty="0"/>
              <a:t>Letöltés gomb</a:t>
            </a:r>
          </a:p>
          <a:p>
            <a:r>
              <a:rPr lang="hu-HU" sz="2000" dirty="0"/>
              <a:t>Visszajelzés felület</a:t>
            </a:r>
          </a:p>
          <a:p>
            <a:r>
              <a:rPr lang="hu-HU" sz="2000" dirty="0"/>
              <a:t>Világos/Sötét mód</a:t>
            </a:r>
          </a:p>
          <a:p>
            <a:endParaRPr lang="hu-HU" sz="2000" dirty="0"/>
          </a:p>
        </p:txBody>
      </p:sp>
      <p:pic>
        <p:nvPicPr>
          <p:cNvPr id="7" name="Kép 6" descr="A képen szöveg, képernyőkép, Betűtípus, sor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C520FEAF-CF7F-D0EC-B136-55DF3437D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5457" y="1740512"/>
            <a:ext cx="6155141" cy="3400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8796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9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1D93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A43D311-161D-4A24-E5E5-DD0C616637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4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Weboldalunk képekben</a:t>
            </a:r>
          </a:p>
        </p:txBody>
      </p:sp>
      <p:pic>
        <p:nvPicPr>
          <p:cNvPr id="7" name="Tartalom helye 6" descr="A képen szöveg, képernyőkép, szoftver, Operációs rendszer látható">
            <a:extLst>
              <a:ext uri="{FF2B5EF4-FFF2-40B4-BE49-F238E27FC236}">
                <a16:creationId xmlns:a16="http://schemas.microsoft.com/office/drawing/2014/main" id="{3A430258-48D4-ECCE-6D81-217326720D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4361" y="1253331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21453207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4AE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Kép 2" descr="A képen szöveg, szoftver, Számítógépes ikon, Multimédiás szoftver látható">
            <a:extLst>
              <a:ext uri="{FF2B5EF4-FFF2-40B4-BE49-F238E27FC236}">
                <a16:creationId xmlns:a16="http://schemas.microsoft.com/office/drawing/2014/main" id="{EBCFDD1A-B2F2-00B6-EA36-74FE08FBE2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48726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szöveg, képernyőkép, szoftver, Számítógépes ikon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95487F8A-194A-071B-C69C-F1E9323F6D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919118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szöveg, képernyőkép, szoftver, Számítógépes ikon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FFEDB82D-DE9C-65AE-247B-1D11D2FB8F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9233570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szöveg, képernyőkép, szoftver, Számítógépes ikon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76C4D486-8944-CCF7-BF4D-8140F6047C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175196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szöveg, képernyőkép, szoftver, Számítógépes ikon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24179DFA-F5A7-7E68-273A-65E811F5DE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741101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FF57178F-0513-54D8-269C-66ECF504A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hu-HU" sz="4800"/>
              <a:t>Asztali alkalmazás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C80C72F-B4AD-F937-B318-EF6D36BFE1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anchor="ctr">
            <a:normAutofit/>
          </a:bodyPr>
          <a:lstStyle/>
          <a:p>
            <a:r>
              <a:rPr lang="hu-HU" sz="2000" dirty="0"/>
              <a:t>Login felület</a:t>
            </a:r>
          </a:p>
          <a:p>
            <a:r>
              <a:rPr lang="hu-HU" sz="2000" dirty="0"/>
              <a:t>Felhasználók</a:t>
            </a:r>
          </a:p>
          <a:p>
            <a:pPr lvl="1"/>
            <a:r>
              <a:rPr lang="hu-HU" sz="2000" dirty="0"/>
              <a:t>felvitele</a:t>
            </a:r>
          </a:p>
          <a:p>
            <a:pPr lvl="1"/>
            <a:r>
              <a:rPr lang="hu-HU" sz="2000" dirty="0"/>
              <a:t>módosítása</a:t>
            </a:r>
          </a:p>
          <a:p>
            <a:pPr lvl="1"/>
            <a:r>
              <a:rPr lang="hu-HU" sz="2000" dirty="0"/>
              <a:t>törlése</a:t>
            </a:r>
          </a:p>
          <a:p>
            <a:r>
              <a:rPr lang="hu-HU" sz="2000" dirty="0"/>
              <a:t>Jogosultságok</a:t>
            </a:r>
          </a:p>
          <a:p>
            <a:r>
              <a:rPr lang="hu-HU" sz="2000" dirty="0"/>
              <a:t>Gyógyszerek</a:t>
            </a:r>
          </a:p>
          <a:p>
            <a:pPr lvl="1"/>
            <a:r>
              <a:rPr lang="hu-HU" sz="2000" dirty="0"/>
              <a:t>felvitele</a:t>
            </a:r>
          </a:p>
          <a:p>
            <a:pPr lvl="1"/>
            <a:r>
              <a:rPr lang="hu-HU" sz="2000" dirty="0"/>
              <a:t>módosítása</a:t>
            </a:r>
          </a:p>
          <a:p>
            <a:pPr lvl="1"/>
            <a:r>
              <a:rPr lang="hu-HU" sz="2000" dirty="0"/>
              <a:t>törlése</a:t>
            </a:r>
          </a:p>
          <a:p>
            <a:endParaRPr lang="hu-HU" sz="2000" dirty="0"/>
          </a:p>
          <a:p>
            <a:endParaRPr lang="hu-HU" sz="2000" dirty="0"/>
          </a:p>
        </p:txBody>
      </p:sp>
      <p:pic>
        <p:nvPicPr>
          <p:cNvPr id="6" name="Kép 5" descr="A képen szöveg, képernyőkép, szoftver, Operációs rendszer látható">
            <a:extLst>
              <a:ext uri="{FF2B5EF4-FFF2-40B4-BE49-F238E27FC236}">
                <a16:creationId xmlns:a16="http://schemas.microsoft.com/office/drawing/2014/main" id="{8D733C65-0D9E-CFEF-9299-7ACE8B95DB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1532" y="2912175"/>
            <a:ext cx="5150277" cy="2858403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6468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Kép 6" descr="A képen szöveg, képernyőkép, szoftver, képernyő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FA8C5762-1F70-4B56-C8B8-80374C8AEA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040" y="1727272"/>
            <a:ext cx="5614416" cy="3284433"/>
          </a:xfrm>
          <a:prstGeom prst="rect">
            <a:avLst/>
          </a:prstGeom>
        </p:spPr>
      </p:pic>
      <p:pic>
        <p:nvPicPr>
          <p:cNvPr id="5" name="Tartalom helye 4" descr="A képen szöveg, képernyőkép, Betűtípus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8A88D5AB-1409-752F-115A-FEA2C2CCFA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4496" y="2004105"/>
            <a:ext cx="5614416" cy="3105521"/>
          </a:xfrm>
          <a:prstGeom prst="rect">
            <a:avLst/>
          </a:prstGeom>
        </p:spPr>
      </p:pic>
      <p:sp>
        <p:nvSpPr>
          <p:cNvPr id="14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onnsiteX0" fmla="*/ 0 w 3291840"/>
              <a:gd name="connsiteY0" fmla="*/ 0 h 18288"/>
              <a:gd name="connsiteX1" fmla="*/ 658368 w 3291840"/>
              <a:gd name="connsiteY1" fmla="*/ 0 h 18288"/>
              <a:gd name="connsiteX2" fmla="*/ 1283818 w 3291840"/>
              <a:gd name="connsiteY2" fmla="*/ 0 h 18288"/>
              <a:gd name="connsiteX3" fmla="*/ 1909267 w 3291840"/>
              <a:gd name="connsiteY3" fmla="*/ 0 h 18288"/>
              <a:gd name="connsiteX4" fmla="*/ 2633472 w 3291840"/>
              <a:gd name="connsiteY4" fmla="*/ 0 h 18288"/>
              <a:gd name="connsiteX5" fmla="*/ 3291840 w 3291840"/>
              <a:gd name="connsiteY5" fmla="*/ 0 h 18288"/>
              <a:gd name="connsiteX6" fmla="*/ 3291840 w 3291840"/>
              <a:gd name="connsiteY6" fmla="*/ 18288 h 18288"/>
              <a:gd name="connsiteX7" fmla="*/ 2633472 w 3291840"/>
              <a:gd name="connsiteY7" fmla="*/ 18288 h 18288"/>
              <a:gd name="connsiteX8" fmla="*/ 2073859 w 3291840"/>
              <a:gd name="connsiteY8" fmla="*/ 18288 h 18288"/>
              <a:gd name="connsiteX9" fmla="*/ 1448410 w 3291840"/>
              <a:gd name="connsiteY9" fmla="*/ 18288 h 18288"/>
              <a:gd name="connsiteX10" fmla="*/ 822960 w 3291840"/>
              <a:gd name="connsiteY10" fmla="*/ 18288 h 18288"/>
              <a:gd name="connsiteX11" fmla="*/ 0 w 3291840"/>
              <a:gd name="connsiteY11" fmla="*/ 18288 h 18288"/>
              <a:gd name="connsiteX12" fmla="*/ 0 w 329184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" name="Csoportba foglalás 16">
            <a:extLst>
              <a:ext uri="{FF2B5EF4-FFF2-40B4-BE49-F238E27FC236}">
                <a16:creationId xmlns:a16="http://schemas.microsoft.com/office/drawing/2014/main" id="{E7B09B03-F80E-6E00-5599-2A493EFD3AF9}"/>
              </a:ext>
            </a:extLst>
          </p:cNvPr>
          <p:cNvGrpSpPr/>
          <p:nvPr/>
        </p:nvGrpSpPr>
        <p:grpSpPr>
          <a:xfrm>
            <a:off x="3631015" y="2484118"/>
            <a:ext cx="6673680" cy="834480"/>
            <a:chOff x="3631015" y="2484118"/>
            <a:chExt cx="6673680" cy="83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3" name="Szabadkéz 12">
                  <a:extLst>
                    <a:ext uri="{FF2B5EF4-FFF2-40B4-BE49-F238E27FC236}">
                      <a16:creationId xmlns:a16="http://schemas.microsoft.com/office/drawing/2014/main" id="{1C4F3573-ABEC-249B-16AB-A76F4AE4AC99}"/>
                    </a:ext>
                  </a:extLst>
                </p14:cNvPr>
                <p14:cNvContentPartPr/>
                <p14:nvPr/>
              </p14:nvContentPartPr>
              <p14:xfrm>
                <a:off x="7090975" y="2484118"/>
                <a:ext cx="3213720" cy="678600"/>
              </p14:xfrm>
            </p:contentPart>
          </mc:Choice>
          <mc:Fallback xmlns="">
            <p:pic>
              <p:nvPicPr>
                <p:cNvPr id="13" name="Szabadkéz 12">
                  <a:extLst>
                    <a:ext uri="{FF2B5EF4-FFF2-40B4-BE49-F238E27FC236}">
                      <a16:creationId xmlns:a16="http://schemas.microsoft.com/office/drawing/2014/main" id="{1C4F3573-ABEC-249B-16AB-A76F4AE4AC9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27975" y="2421118"/>
                  <a:ext cx="3339360" cy="80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5" name="Szabadkéz 14">
                  <a:extLst>
                    <a:ext uri="{FF2B5EF4-FFF2-40B4-BE49-F238E27FC236}">
                      <a16:creationId xmlns:a16="http://schemas.microsoft.com/office/drawing/2014/main" id="{B43DC2D0-1785-1A9F-4D6C-923089CDF7AC}"/>
                    </a:ext>
                  </a:extLst>
                </p14:cNvPr>
                <p14:cNvContentPartPr/>
                <p14:nvPr/>
              </p14:nvContentPartPr>
              <p14:xfrm>
                <a:off x="4645135" y="2728198"/>
                <a:ext cx="2502360" cy="110160"/>
              </p14:xfrm>
            </p:contentPart>
          </mc:Choice>
          <mc:Fallback xmlns="">
            <p:pic>
              <p:nvPicPr>
                <p:cNvPr id="15" name="Szabadkéz 14">
                  <a:extLst>
                    <a:ext uri="{FF2B5EF4-FFF2-40B4-BE49-F238E27FC236}">
                      <a16:creationId xmlns:a16="http://schemas.microsoft.com/office/drawing/2014/main" id="{B43DC2D0-1785-1A9F-4D6C-923089CDF7A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582495" y="2665558"/>
                  <a:ext cx="262800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6" name="Szabadkéz 15">
                  <a:extLst>
                    <a:ext uri="{FF2B5EF4-FFF2-40B4-BE49-F238E27FC236}">
                      <a16:creationId xmlns:a16="http://schemas.microsoft.com/office/drawing/2014/main" id="{E2F6FCDD-486D-48E4-39DC-AF5520D39ACB}"/>
                    </a:ext>
                  </a:extLst>
                </p14:cNvPr>
                <p14:cNvContentPartPr/>
                <p14:nvPr/>
              </p14:nvContentPartPr>
              <p14:xfrm>
                <a:off x="3631015" y="2568718"/>
                <a:ext cx="2478600" cy="749880"/>
              </p14:xfrm>
            </p:contentPart>
          </mc:Choice>
          <mc:Fallback xmlns="">
            <p:pic>
              <p:nvPicPr>
                <p:cNvPr id="16" name="Szabadkéz 15">
                  <a:extLst>
                    <a:ext uri="{FF2B5EF4-FFF2-40B4-BE49-F238E27FC236}">
                      <a16:creationId xmlns:a16="http://schemas.microsoft.com/office/drawing/2014/main" id="{E2F6FCDD-486D-48E4-39DC-AF5520D39AC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568375" y="2505718"/>
                  <a:ext cx="2604240" cy="875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068249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Kép 7" descr="A képen szöveg, képernyőkép, szoftver, Számítógépes ikon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8B91A47B-EEB3-6F37-13E9-C9A04ABD13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131" y="206054"/>
            <a:ext cx="4353090" cy="5182250"/>
          </a:xfrm>
          <a:prstGeom prst="rect">
            <a:avLst/>
          </a:prstGeom>
        </p:spPr>
      </p:pic>
      <p:pic>
        <p:nvPicPr>
          <p:cNvPr id="6" name="Tartalom helye 5" descr="A képen szöveg, képernyőkép, Betűtípus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A95AE80B-413E-456C-0335-35D287A962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4476" y="1741778"/>
            <a:ext cx="5614416" cy="3105521"/>
          </a:xfrm>
          <a:prstGeom prst="rect">
            <a:avLst/>
          </a:prstGeom>
        </p:spPr>
      </p:pic>
      <p:sp>
        <p:nvSpPr>
          <p:cNvPr id="15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onnsiteX0" fmla="*/ 0 w 3291840"/>
              <a:gd name="connsiteY0" fmla="*/ 0 h 18288"/>
              <a:gd name="connsiteX1" fmla="*/ 658368 w 3291840"/>
              <a:gd name="connsiteY1" fmla="*/ 0 h 18288"/>
              <a:gd name="connsiteX2" fmla="*/ 1283818 w 3291840"/>
              <a:gd name="connsiteY2" fmla="*/ 0 h 18288"/>
              <a:gd name="connsiteX3" fmla="*/ 1909267 w 3291840"/>
              <a:gd name="connsiteY3" fmla="*/ 0 h 18288"/>
              <a:gd name="connsiteX4" fmla="*/ 2633472 w 3291840"/>
              <a:gd name="connsiteY4" fmla="*/ 0 h 18288"/>
              <a:gd name="connsiteX5" fmla="*/ 3291840 w 3291840"/>
              <a:gd name="connsiteY5" fmla="*/ 0 h 18288"/>
              <a:gd name="connsiteX6" fmla="*/ 3291840 w 3291840"/>
              <a:gd name="connsiteY6" fmla="*/ 18288 h 18288"/>
              <a:gd name="connsiteX7" fmla="*/ 2633472 w 3291840"/>
              <a:gd name="connsiteY7" fmla="*/ 18288 h 18288"/>
              <a:gd name="connsiteX8" fmla="*/ 2073859 w 3291840"/>
              <a:gd name="connsiteY8" fmla="*/ 18288 h 18288"/>
              <a:gd name="connsiteX9" fmla="*/ 1448410 w 3291840"/>
              <a:gd name="connsiteY9" fmla="*/ 18288 h 18288"/>
              <a:gd name="connsiteX10" fmla="*/ 822960 w 3291840"/>
              <a:gd name="connsiteY10" fmla="*/ 18288 h 18288"/>
              <a:gd name="connsiteX11" fmla="*/ 0 w 3291840"/>
              <a:gd name="connsiteY11" fmla="*/ 18288 h 18288"/>
              <a:gd name="connsiteX12" fmla="*/ 0 w 329184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9" name="Szabadkéz 8">
                <a:extLst>
                  <a:ext uri="{FF2B5EF4-FFF2-40B4-BE49-F238E27FC236}">
                    <a16:creationId xmlns:a16="http://schemas.microsoft.com/office/drawing/2014/main" id="{30DA3A20-57E8-6364-7076-7E290590095D}"/>
                  </a:ext>
                </a:extLst>
              </p14:cNvPr>
              <p14:cNvContentPartPr/>
              <p14:nvPr/>
            </p14:nvContentPartPr>
            <p14:xfrm>
              <a:off x="6563709" y="2757346"/>
              <a:ext cx="3788640" cy="631080"/>
            </p14:xfrm>
          </p:contentPart>
        </mc:Choice>
        <mc:Fallback xmlns="">
          <p:pic>
            <p:nvPicPr>
              <p:cNvPr id="9" name="Szabadkéz 8">
                <a:extLst>
                  <a:ext uri="{FF2B5EF4-FFF2-40B4-BE49-F238E27FC236}">
                    <a16:creationId xmlns:a16="http://schemas.microsoft.com/office/drawing/2014/main" id="{30DA3A20-57E8-6364-7076-7E290590095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01069" y="2694346"/>
                <a:ext cx="3914280" cy="75672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Csoportba foglalás 16">
            <a:extLst>
              <a:ext uri="{FF2B5EF4-FFF2-40B4-BE49-F238E27FC236}">
                <a16:creationId xmlns:a16="http://schemas.microsoft.com/office/drawing/2014/main" id="{B3237C48-EC68-7092-1A4A-7330FFADEEEE}"/>
              </a:ext>
            </a:extLst>
          </p:cNvPr>
          <p:cNvGrpSpPr/>
          <p:nvPr/>
        </p:nvGrpSpPr>
        <p:grpSpPr>
          <a:xfrm>
            <a:off x="5268429" y="2450626"/>
            <a:ext cx="1102680" cy="849240"/>
            <a:chOff x="5268429" y="2450626"/>
            <a:chExt cx="1102680" cy="849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4" name="Szabadkéz 13">
                  <a:extLst>
                    <a:ext uri="{FF2B5EF4-FFF2-40B4-BE49-F238E27FC236}">
                      <a16:creationId xmlns:a16="http://schemas.microsoft.com/office/drawing/2014/main" id="{CD5BF52B-EC8F-A17A-37FE-F51F4B6A1189}"/>
                    </a:ext>
                  </a:extLst>
                </p14:cNvPr>
                <p14:cNvContentPartPr/>
                <p14:nvPr/>
              </p14:nvContentPartPr>
              <p14:xfrm>
                <a:off x="5786469" y="2772826"/>
                <a:ext cx="584640" cy="285120"/>
              </p14:xfrm>
            </p:contentPart>
          </mc:Choice>
          <mc:Fallback xmlns="">
            <p:pic>
              <p:nvPicPr>
                <p:cNvPr id="14" name="Szabadkéz 13">
                  <a:extLst>
                    <a:ext uri="{FF2B5EF4-FFF2-40B4-BE49-F238E27FC236}">
                      <a16:creationId xmlns:a16="http://schemas.microsoft.com/office/drawing/2014/main" id="{CD5BF52B-EC8F-A17A-37FE-F51F4B6A1189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723829" y="2710186"/>
                  <a:ext cx="710280" cy="41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6" name="Szabadkéz 15">
                  <a:extLst>
                    <a:ext uri="{FF2B5EF4-FFF2-40B4-BE49-F238E27FC236}">
                      <a16:creationId xmlns:a16="http://schemas.microsoft.com/office/drawing/2014/main" id="{26BEC89F-E9E0-EA79-DD48-D6D1EF774F2B}"/>
                    </a:ext>
                  </a:extLst>
                </p14:cNvPr>
                <p14:cNvContentPartPr/>
                <p14:nvPr/>
              </p14:nvContentPartPr>
              <p14:xfrm>
                <a:off x="5268429" y="2450626"/>
                <a:ext cx="668160" cy="849240"/>
              </p14:xfrm>
            </p:contentPart>
          </mc:Choice>
          <mc:Fallback xmlns="">
            <p:pic>
              <p:nvPicPr>
                <p:cNvPr id="16" name="Szabadkéz 15">
                  <a:extLst>
                    <a:ext uri="{FF2B5EF4-FFF2-40B4-BE49-F238E27FC236}">
                      <a16:creationId xmlns:a16="http://schemas.microsoft.com/office/drawing/2014/main" id="{26BEC89F-E9E0-EA79-DD48-D6D1EF774F2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205429" y="2387626"/>
                  <a:ext cx="793800" cy="9748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9318449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 descr="A képen szöveg, képernyőkép, szoftver, szám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EB883EED-0447-193F-0B74-D5D5174FA0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110" y="626980"/>
            <a:ext cx="4162536" cy="5074591"/>
          </a:xfrm>
          <a:prstGeom prst="rect">
            <a:avLst/>
          </a:prstGeom>
        </p:spPr>
      </p:pic>
      <p:pic>
        <p:nvPicPr>
          <p:cNvPr id="7" name="Kép 6" descr="A képen szöveg, képernyőkép, Betűtípus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7E470ADD-DC12-9EE2-E0AD-E4F523D547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0072" y="2205118"/>
            <a:ext cx="5193778" cy="1924754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9" name="Szabadkéz 8">
                <a:extLst>
                  <a:ext uri="{FF2B5EF4-FFF2-40B4-BE49-F238E27FC236}">
                    <a16:creationId xmlns:a16="http://schemas.microsoft.com/office/drawing/2014/main" id="{5F934BCF-B7F5-1993-3020-02C061093BF8}"/>
                  </a:ext>
                </a:extLst>
              </p14:cNvPr>
              <p14:cNvContentPartPr/>
              <p14:nvPr/>
            </p14:nvContentPartPr>
            <p14:xfrm>
              <a:off x="7000971" y="3415265"/>
              <a:ext cx="4062240" cy="856080"/>
            </p14:xfrm>
          </p:contentPart>
        </mc:Choice>
        <mc:Fallback>
          <p:pic>
            <p:nvPicPr>
              <p:cNvPr id="9" name="Szabadkéz 8">
                <a:extLst>
                  <a:ext uri="{FF2B5EF4-FFF2-40B4-BE49-F238E27FC236}">
                    <a16:creationId xmlns:a16="http://schemas.microsoft.com/office/drawing/2014/main" id="{5F934BCF-B7F5-1993-3020-02C061093BF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938331" y="3352265"/>
                <a:ext cx="4187880" cy="981720"/>
              </a:xfrm>
              <a:prstGeom prst="rect">
                <a:avLst/>
              </a:prstGeom>
            </p:spPr>
          </p:pic>
        </mc:Fallback>
      </mc:AlternateContent>
      <p:grpSp>
        <p:nvGrpSpPr>
          <p:cNvPr id="16" name="Csoportba foglalás 15">
            <a:extLst>
              <a:ext uri="{FF2B5EF4-FFF2-40B4-BE49-F238E27FC236}">
                <a16:creationId xmlns:a16="http://schemas.microsoft.com/office/drawing/2014/main" id="{27FAFB75-DBAF-1AA5-125C-7FEECAADB55E}"/>
              </a:ext>
            </a:extLst>
          </p:cNvPr>
          <p:cNvGrpSpPr/>
          <p:nvPr/>
        </p:nvGrpSpPr>
        <p:grpSpPr>
          <a:xfrm>
            <a:off x="4900731" y="2008385"/>
            <a:ext cx="1952280" cy="1599120"/>
            <a:chOff x="4900731" y="2008385"/>
            <a:chExt cx="1952280" cy="1599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4" name="Szabadkéz 13">
                  <a:extLst>
                    <a:ext uri="{FF2B5EF4-FFF2-40B4-BE49-F238E27FC236}">
                      <a16:creationId xmlns:a16="http://schemas.microsoft.com/office/drawing/2014/main" id="{5C634AAE-6F60-985F-8470-A3453D8AE1F4}"/>
                    </a:ext>
                  </a:extLst>
                </p14:cNvPr>
                <p14:cNvContentPartPr/>
                <p14:nvPr/>
              </p14:nvContentPartPr>
              <p14:xfrm>
                <a:off x="5525331" y="2391425"/>
                <a:ext cx="1327680" cy="1216080"/>
              </p14:xfrm>
            </p:contentPart>
          </mc:Choice>
          <mc:Fallback>
            <p:pic>
              <p:nvPicPr>
                <p:cNvPr id="14" name="Szabadkéz 13">
                  <a:extLst>
                    <a:ext uri="{FF2B5EF4-FFF2-40B4-BE49-F238E27FC236}">
                      <a16:creationId xmlns:a16="http://schemas.microsoft.com/office/drawing/2014/main" id="{5C634AAE-6F60-985F-8470-A3453D8AE1F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462691" y="2328785"/>
                  <a:ext cx="1453320" cy="134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5" name="Szabadkéz 14">
                  <a:extLst>
                    <a:ext uri="{FF2B5EF4-FFF2-40B4-BE49-F238E27FC236}">
                      <a16:creationId xmlns:a16="http://schemas.microsoft.com/office/drawing/2014/main" id="{CAFD746B-7776-5B68-87AF-8CB92935B636}"/>
                    </a:ext>
                  </a:extLst>
                </p14:cNvPr>
                <p14:cNvContentPartPr/>
                <p14:nvPr/>
              </p14:nvContentPartPr>
              <p14:xfrm>
                <a:off x="4900731" y="2008385"/>
                <a:ext cx="1158840" cy="1144080"/>
              </p14:xfrm>
            </p:contentPart>
          </mc:Choice>
          <mc:Fallback>
            <p:pic>
              <p:nvPicPr>
                <p:cNvPr id="15" name="Szabadkéz 14">
                  <a:extLst>
                    <a:ext uri="{FF2B5EF4-FFF2-40B4-BE49-F238E27FC236}">
                      <a16:creationId xmlns:a16="http://schemas.microsoft.com/office/drawing/2014/main" id="{CAFD746B-7776-5B68-87AF-8CB92935B63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837731" y="1945745"/>
                  <a:ext cx="1284480" cy="1269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291708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FEAE179-C525-48F3-AD47-0E9E2B6F2E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8B97E1EB-E77D-2858-3967-4D0320119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89" y="4883544"/>
            <a:ext cx="3876086" cy="1556907"/>
          </a:xfrm>
        </p:spPr>
        <p:txBody>
          <a:bodyPr anchor="ctr">
            <a:normAutofit/>
          </a:bodyPr>
          <a:lstStyle/>
          <a:p>
            <a:r>
              <a:rPr lang="hu-HU" sz="3200"/>
              <a:t>Backend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C8260E-968F-44E8-A823-ABB4313119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8658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89" y="0"/>
            <a:ext cx="11231745" cy="458818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Kép 4" descr="A képen elektronika, szöveg, képernyőkép, számítógép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81C708A1-CE1F-5EFC-B39C-4C6536386E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0278"/>
          <a:stretch/>
        </p:blipFill>
        <p:spPr>
          <a:xfrm>
            <a:off x="959205" y="364142"/>
            <a:ext cx="10369645" cy="3867993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FE43805F-24A6-46A4-B19B-54F2834735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001107" y="5661132"/>
            <a:ext cx="1463040" cy="4571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496470A-837E-BE9F-C96A-ED7C1299C2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62719" y="4883544"/>
            <a:ext cx="6586915" cy="1556907"/>
          </a:xfrm>
        </p:spPr>
        <p:txBody>
          <a:bodyPr anchor="ctr">
            <a:normAutofit/>
          </a:bodyPr>
          <a:lstStyle/>
          <a:p>
            <a:r>
              <a:rPr lang="hu-HU" sz="1800"/>
              <a:t>Összeköti az adatbázist az asztali alkalmazással</a:t>
            </a:r>
          </a:p>
          <a:p>
            <a:r>
              <a:rPr lang="hu-HU" sz="1800"/>
              <a:t>Jogosultságot ad a felhasználóknak, ha úgy van beállítva</a:t>
            </a:r>
          </a:p>
        </p:txBody>
      </p:sp>
    </p:spTree>
    <p:extLst>
      <p:ext uri="{BB962C8B-B14F-4D97-AF65-F5344CB8AC3E}">
        <p14:creationId xmlns:p14="http://schemas.microsoft.com/office/powerpoint/2010/main" val="6471357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 descr="A képen szöveg, képernyőkép, szoftver, Operációs rendszer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CA3D70A9-83B6-58A6-AD30-973421828F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2" y="322659"/>
            <a:ext cx="5426764" cy="2903319"/>
          </a:xfrm>
          <a:prstGeom prst="rect">
            <a:avLst/>
          </a:prstGeom>
        </p:spPr>
      </p:pic>
      <p:pic>
        <p:nvPicPr>
          <p:cNvPr id="9" name="Kép 8" descr="A képen szöveg, képernyőkép, szoftver, Számítógépes ikon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72E1BDEA-8D25-C873-50A0-28423DB867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621" y="3631096"/>
            <a:ext cx="5159924" cy="276056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799448F2-0E5B-42DA-B2D1-11A14E947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8A7552-20E1-4F34-ADAB-C1DB6634D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Tartalom helye 4" descr="A képen szöveg, képernyőkép, szoftver, Operációs rendszer látható">
            <a:extLst>
              <a:ext uri="{FF2B5EF4-FFF2-40B4-BE49-F238E27FC236}">
                <a16:creationId xmlns:a16="http://schemas.microsoft.com/office/drawing/2014/main" id="{183DD63F-0BF7-B791-33F2-3B3F40FE4E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8034" y="1905035"/>
            <a:ext cx="5426764" cy="2903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56466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30F64FC-A274-B403-F281-307FC160A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</p:spPr>
        <p:txBody>
          <a:bodyPr anchor="ctr">
            <a:normAutofit/>
          </a:bodyPr>
          <a:lstStyle/>
          <a:p>
            <a:r>
              <a:rPr lang="hu-HU" sz="4800"/>
              <a:t>Adatbázis</a:t>
            </a:r>
          </a:p>
        </p:txBody>
      </p:sp>
      <p:sp>
        <p:nvSpPr>
          <p:cNvPr id="21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onnsiteX0" fmla="*/ 0 w 1554480"/>
              <a:gd name="connsiteY0" fmla="*/ 0 h 18288"/>
              <a:gd name="connsiteX1" fmla="*/ 549250 w 1554480"/>
              <a:gd name="connsiteY1" fmla="*/ 0 h 18288"/>
              <a:gd name="connsiteX2" fmla="*/ 1082954 w 1554480"/>
              <a:gd name="connsiteY2" fmla="*/ 0 h 18288"/>
              <a:gd name="connsiteX3" fmla="*/ 1554480 w 1554480"/>
              <a:gd name="connsiteY3" fmla="*/ 0 h 18288"/>
              <a:gd name="connsiteX4" fmla="*/ 1554480 w 1554480"/>
              <a:gd name="connsiteY4" fmla="*/ 18288 h 18288"/>
              <a:gd name="connsiteX5" fmla="*/ 1067410 w 1554480"/>
              <a:gd name="connsiteY5" fmla="*/ 18288 h 18288"/>
              <a:gd name="connsiteX6" fmla="*/ 549250 w 1554480"/>
              <a:gd name="connsiteY6" fmla="*/ 18288 h 18288"/>
              <a:gd name="connsiteX7" fmla="*/ 0 w 1554480"/>
              <a:gd name="connsiteY7" fmla="*/ 18288 h 18288"/>
              <a:gd name="connsiteX8" fmla="*/ 0 w 1554480"/>
              <a:gd name="connsiteY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D18049B-B51B-8D91-6BAA-534BFA3591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 fontScale="62500" lnSpcReduction="20000"/>
          </a:bodyPr>
          <a:lstStyle/>
          <a:p>
            <a:pPr marL="0" indent="0">
              <a:buNone/>
            </a:pPr>
            <a:r>
              <a:rPr lang="hu-HU" sz="2200"/>
              <a:t>6 tábla van</a:t>
            </a:r>
          </a:p>
          <a:p>
            <a:pPr lvl="1"/>
            <a:r>
              <a:rPr lang="hu-HU" sz="1800"/>
              <a:t>User</a:t>
            </a:r>
          </a:p>
          <a:p>
            <a:pPr lvl="1"/>
            <a:r>
              <a:rPr lang="hu-HU" sz="1800"/>
              <a:t>Gyarto</a:t>
            </a:r>
          </a:p>
          <a:p>
            <a:pPr lvl="1"/>
            <a:r>
              <a:rPr lang="hu-HU" sz="1800"/>
              <a:t>Gyogyszer_adatok</a:t>
            </a:r>
          </a:p>
          <a:p>
            <a:pPr lvl="1"/>
            <a:r>
              <a:rPr lang="hu-HU" sz="1800"/>
              <a:t>Receptek</a:t>
            </a:r>
          </a:p>
          <a:p>
            <a:pPr lvl="1"/>
            <a:r>
              <a:rPr lang="hu-HU" sz="1800"/>
              <a:t>Orvosok</a:t>
            </a:r>
          </a:p>
          <a:p>
            <a:pPr lvl="1"/>
            <a:r>
              <a:rPr lang="hu-HU" sz="1800"/>
              <a:t>Paciensek</a:t>
            </a:r>
            <a:endParaRPr lang="hu-HU" sz="1800" dirty="0"/>
          </a:p>
        </p:txBody>
      </p:sp>
      <p:pic>
        <p:nvPicPr>
          <p:cNvPr id="4" name="Kép 3" descr="A képen szöveg, képernyőkép, Betűtípus, szám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2CCF1BCF-2C82-0C53-2621-F656D88F89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4815" y="2195209"/>
            <a:ext cx="9018530" cy="4238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0491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ím 3">
            <a:extLst>
              <a:ext uri="{FF2B5EF4-FFF2-40B4-BE49-F238E27FC236}">
                <a16:creationId xmlns:a16="http://schemas.microsoft.com/office/drawing/2014/main" id="{18747EF2-70E1-FC8A-235F-174489F347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0662" y="4267832"/>
            <a:ext cx="4805996" cy="1297115"/>
          </a:xfrm>
        </p:spPr>
        <p:txBody>
          <a:bodyPr anchor="t">
            <a:normAutofit/>
          </a:bodyPr>
          <a:lstStyle/>
          <a:p>
            <a:pPr algn="l"/>
            <a:r>
              <a:rPr lang="hu-HU" sz="4000">
                <a:solidFill>
                  <a:schemeClr val="tx2"/>
                </a:solidFill>
              </a:rPr>
              <a:t>Köszönjük a figyelmet!</a:t>
            </a:r>
          </a:p>
        </p:txBody>
      </p:sp>
      <p:sp>
        <p:nvSpPr>
          <p:cNvPr id="5" name="Alcím 4">
            <a:extLst>
              <a:ext uri="{FF2B5EF4-FFF2-40B4-BE49-F238E27FC236}">
                <a16:creationId xmlns:a16="http://schemas.microsoft.com/office/drawing/2014/main" id="{588D6EE6-F30E-5198-2211-916DFC9EEC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90966" y="3428999"/>
            <a:ext cx="4805691" cy="838831"/>
          </a:xfrm>
        </p:spPr>
        <p:txBody>
          <a:bodyPr anchor="b">
            <a:normAutofit/>
          </a:bodyPr>
          <a:lstStyle/>
          <a:p>
            <a:pPr algn="l"/>
            <a:endParaRPr lang="hu-HU" sz="2000">
              <a:solidFill>
                <a:schemeClr val="tx2"/>
              </a:solidFill>
            </a:endParaRPr>
          </a:p>
        </p:txBody>
      </p:sp>
      <p:pic>
        <p:nvPicPr>
          <p:cNvPr id="9" name="Graphic 8" descr="Víz">
            <a:extLst>
              <a:ext uri="{FF2B5EF4-FFF2-40B4-BE49-F238E27FC236}">
                <a16:creationId xmlns:a16="http://schemas.microsoft.com/office/drawing/2014/main" id="{4A270550-1B77-F39A-AE7C-365AC06C0B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0470" y="1815320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077902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76</Words>
  <Application>Microsoft Office PowerPoint</Application>
  <PresentationFormat>Szélesvásznú</PresentationFormat>
  <Paragraphs>35</Paragraphs>
  <Slides>16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Office-téma</vt:lpstr>
      <vt:lpstr>BeeHealthy</vt:lpstr>
      <vt:lpstr>Frontend</vt:lpstr>
      <vt:lpstr>Weboldalunk képekben</vt:lpstr>
      <vt:lpstr>PowerPoint-bemutató</vt:lpstr>
      <vt:lpstr>PowerPoint-bemutató</vt:lpstr>
      <vt:lpstr>PowerPoint-bemutató</vt:lpstr>
      <vt:lpstr>PowerPoint-bemutató</vt:lpstr>
      <vt:lpstr>PowerPoint-bemutató</vt:lpstr>
      <vt:lpstr>Asztali alkalmazás</vt:lpstr>
      <vt:lpstr>PowerPoint-bemutató</vt:lpstr>
      <vt:lpstr>PowerPoint-bemutató</vt:lpstr>
      <vt:lpstr>PowerPoint-bemutató</vt:lpstr>
      <vt:lpstr>Backend</vt:lpstr>
      <vt:lpstr>PowerPoint-bemutató</vt:lpstr>
      <vt:lpstr>Adatbázis</vt:lpstr>
      <vt:lpstr>Köszönjük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O365 felhasználó</dc:creator>
  <cp:lastModifiedBy>István Szőllősy</cp:lastModifiedBy>
  <cp:revision>6</cp:revision>
  <dcterms:created xsi:type="dcterms:W3CDTF">2025-02-10T18:45:32Z</dcterms:created>
  <dcterms:modified xsi:type="dcterms:W3CDTF">2025-03-04T07:23:24Z</dcterms:modified>
</cp:coreProperties>
</file>