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70" r:id="rId6"/>
    <p:sldId id="271" r:id="rId7"/>
    <p:sldId id="272" r:id="rId8"/>
    <p:sldId id="273" r:id="rId9"/>
    <p:sldId id="258" r:id="rId10"/>
    <p:sldId id="266" r:id="rId11"/>
    <p:sldId id="267" r:id="rId12"/>
    <p:sldId id="269" r:id="rId13"/>
    <p:sldId id="259" r:id="rId14"/>
    <p:sldId id="268" r:id="rId15"/>
    <p:sldId id="260" r:id="rId16"/>
    <p:sldId id="261" r:id="rId1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19:28:54.96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4753 294 24575,'-22'0'0,"0"-1"0,-1-1 0,-34-7 0,-6-7 0,-80-16 0,45 13 0,57 10 0,25 6 0,0 0 0,-27-2 0,-41-4 0,57 5 0,-37-2 0,-227 7 0,276 0 0,0 0 0,-24 7 0,23-5 0,-1 0 0,-16 0 0,-454-2 0,237-2 0,169 2 0,-89-3 0,141-1 0,-47-13 0,53 10 0,-1 1 0,0 1 0,-34-1 0,-87-7 0,96 6 0,-7-3 0,30 5 0,-47-3 0,43 7 0,-1-2 0,-44-7 0,-80-11 0,121 16 0,0 1 0,-62 4 0,-30-2 0,74-9 0,38 7 0,0 0 0,-23-1 0,-217 3 0,120 2 0,117 1 0,-1 0 0,0 0 0,1 2 0,-27 8 0,-18 4 0,-6 2 0,48-12 0,0-1 0,0 0 0,-1-2 0,-22 2 0,24-4 0,-39 8 0,18-2 0,25-3 0,-1-1 0,-22 10 0,22-7 0,-34 8 0,40-11 0,-1 0 0,0 0 0,1 2 0,0-1 0,-11 8 0,-22 9 0,24-13 0,1 1 0,0 1 0,0 1 0,0 1 0,2 0 0,-31 29 0,42-37 0,0 0 0,0 1 0,0 0 0,1 0 0,0 0 0,0 0 0,0 1 0,0-1 0,1 1 0,0 0 0,1 0 0,-1 0 0,1 1 0,0-1 0,0 0 0,1 1 0,0 0 0,0 8 0,0 273 0,3-128 0,-1-146 0,1 0 0,0-1 0,1 1 0,0 0 0,6 14 0,-4-14 0,-1 0 0,0 0 0,-1 1 0,2 24 0,-4-23 0,1 0 0,1-1 0,0 1 0,1 0 0,1-1 0,1 0 0,0 0 0,1 0 0,0-1 0,1 0 0,1 0 0,0-1 0,1 0 0,0-1 0,20 18 0,-26-27 0,1 0 0,-1 0 0,1 0 0,0-1 0,0 1 0,0-1 0,0 0 0,0-1 0,0 1 0,11 0 0,27 11 0,148 62 0,-165-65 0,-9-5 0,33 6 0,-33-9 0,-1 2 0,25 8 0,-18-3 0,-1 1 0,22 14 0,33 15 0,-65-33 0,1-1 0,-1-1 0,1 0 0,15 3 0,-18-5 0,165 36 0,-154-35 0,0 0 0,0-1 0,40-3 0,-39 1 0,0 0 0,-1 1 0,36 6 0,47 17 0,-84-21 0,1 0 0,-1-1 0,1-2 0,22-1 0,-22 0 0,0 1 0,1 1 0,34 6 0,-31-3 0,1 0 0,47-2 0,-4 1 0,-51-1 0,0 2 0,31 9 0,-33-8 0,1-1 0,-1 0 0,25 2 0,-9-3 0,-2 2 0,32 9 0,-1-1 0,-22-5 0,-16-3 0,0-1 0,38 3 0,50 2 0,0 1 0,-38-10 0,-31-1 0,0 2 0,62 10 0,-55-5 0,-1-2 0,94-5 0,-51-1 0,723 2 0,-795 1 0,0 1 0,24 5 0,-23-3 0,34 2 0,174-5 0,-106-2 0,-104 0 0,1-1 0,24-5 0,-23 3 0,35-2 0,2 5 0,-31 2 0,0-1 0,0-2 0,40-7 0,-34 4 0,0 1 0,0 2 0,65 4 0,-26 0 0,-32-2 0,18 0 0,-1-1 0,59-10 0,-58 4 0,0 3 0,86 5 0,-47 1 0,1200-2 0,-1264-2 0,0-2 0,-1-1 0,51-14 0,-11 2 0,15-7 0,10-2 0,-67 19 0,-2-1 0,1-2 0,36-18 0,40-13 0,-85 35 0,1 1 0,-1 1 0,1 0 0,0 2 0,36 0 0,17 3 0,107-2 0,-115-8 0,-42 4 0,44-1 0,-46 6 0,16 0 0,-1-2 0,45-7 0,-35 4 0,0 1 0,88 4 0,-50 2 0,-57-1 0,-15-1 0,0 1 0,0-1 0,0-1 0,0-1 0,14-2 0,-22 3 0,-1 0 0,0 0 0,0-1 0,0 1 0,0-1 0,0 0 0,0 1 0,-1-1 0,1 0 0,-1-1 0,1 1 0,-1 0 0,0-1 0,0 1 0,0-1 0,0 0 0,0 0 0,0 0 0,-1 0 0,0 0 0,1 0 0,-1 0 0,1-6 0,2-18 0,-1 0 0,-1-1 0,-2 1 0,-5-53 0,4 69 0,-1 0 0,0 1 0,-1-1 0,0 1 0,-1-1 0,0 1 0,0 0 0,-1 0 0,-1 1 0,0-1 0,0 1 0,0 1 0,-1-1 0,-1 1 0,1 0 0,-15-11 0,13 11 0,1-1 0,0-1 0,-13-18 0,-16-20 0,-127-139 0,151 173 0,-1-1 0,0 2 0,-22-17 0,-17-16 0,-63-65 0,104 100 0,-1 2 0,-1 0 0,-21-12 0,-8-4 0,-12-8 0,-106-44 0,134 65 0,-66-26 0,-113-31 0,-102-6 0,204 61 0,17 3 0,-2-7 0,-35-6 0,-31-7 0,52 8 0,-115-5 0,165 21 0,2-3 0,-52-15 0,-46-9 0,97 25 0,0 3 0,-59 1 0,9 3 0,-85 5 0,177-1 0,0 0 0,0 0 0,1 1 0,-1 1 0,1 0 0,-10 5 0,-21 9 0,-77 24 0,94-32 0,-1 1 0,-32 22 0,35-20 0,-1-1 0,-45 19 0,53-25 0,0 1 0,1 0 0,0 0 0,-21 17 0,21-14 0,0-1 0,0-1 0,-1 0 0,-20 8 0,9-7 0,1-1 0,-42 7 0,-28 8-9,65-15-1347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19:28:56.02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6951 177 24575,'-139'1'-251,"-519"-17"-3089,99-15 99,-10 0 1133,-778-53-2513,-21 69 2274,932 16 3580,179 5 679,0 12 0,-366 71 0,388-49-191,-32 6 736,253-43-2327,-13 2 963,0 2 1,-38 14-1,43-12-489,17-8-641,0 1 1,-1 0 0,1 0-1,0 0 1,0 1 0,0-1-1,0 2 1,1-1 0,-1 0-1,1 1 1,0-1 0,0 1-1,0 1 1,0-1 0,1 0-1,-4 7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19:28:56.86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2789 0 24575,'-200'82'-384,"-29"14"-92,48-2 120,-186 88-661,140-69 1017,50-24 0,-24 15 0,49-24 0,93-50-58,-36 16-246,-155 102 1,60-20 170,105-73 78,59-36 1078,-34 32 0,-2 2-12,47-40-1003,0 1 0,1 0 0,-13 17-1,12-13-8,-31 29 0,31-33 1,1 0 0,-18 24 0,-2 3 0,34-41 0,1 0 0,-1 0 0,0 0 0,1 0 0,-1 0 0,0 0 0,1 0 0,-1 0 0,0 0 0,1 0 0,-1 0 0,0 0 0,1 0 0,-1 0 0,0 0 0,1 1 0,-1-1 0,0 0 0,1 0 0,-1 0 0,0 0 0,0 1 0,1-1 0,-1 0 0,0 0 0,1 1 0,-1-1 0,0 0 0,0 0 0,0 1 0,1-1 0,-1 0 0,0 1 0,0-1 0,0 0 0,0 1 0,0-1 0,0 0 0,1 1 0,-1-1 0,0 0 0,0 1 0,0-1 0,0 0 0,0 1 0,0-1 0,0 0 0,-1 1 0,1-1 0,0 0 0,0 1 0,0-1 0,0 0 0,0 1 0,0-1 0,-1 0 0,1 1 0,0-1 0,0 0 0,0 0 0,-1 1 0,1-1 0,0 0 0,0 0 0,-1 1 0,1-1 0,0 0 0,-1 0 0,30-2 0,48-8-519,86 0 0,82 10-1364,-100 2 1121,724 29-4489,-6 41 419,334 30 2388,-555-31 2262,-60-7 191,-288-33 104,434 38-350,1-39 1677,-523-33 780,-97 1 5659,-129 2-7030,0 1 0,0 1-1,-20 3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19:30:03.11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3670 2 24575,'-36'0'0,"11"-2"0,1 2 0,0 1 0,0 1 0,0 1 0,0 1 0,-26 8 0,11 0 0,0-3 0,-70 9 0,43-13 0,-101-5 0,67-2 0,-733 2 0,813 1 0,0 1 0,-26 6 0,24-4 0,-36 3 0,-31-7 0,46-1 0,1 2 0,-76 11 0,20 0 0,9-3 0,57-5 0,0-1 0,-49-3 0,-24 2 0,84 1 0,0 1 0,-38 12 0,-6 2 0,10-6 0,16-3 0,-1-1 0,0-2 0,-57 2 0,73-7 0,0 2 0,1 0 0,-44 13 0,-3 0 0,45-10 0,2 0 0,-1 2 0,1 0 0,0 1 0,0 2 0,1 0 0,1 2 0,0 0 0,0 1 0,2 1 0,-32 31 0,41-37 0,0 1 0,-17 9 0,20-15 0,1 0 0,0 1 0,1-1 0,-1 1 0,1 0 0,-1 1 0,1-1 0,1 1 0,-1 0 0,1 0 0,0 0 0,-3 9 0,-2 4 0,-1 0 0,0-1 0,-2 0 0,-14 18 0,-19 31 0,42-60 0,0 0 0,0 0 0,0 1 0,1-1 0,0 1 0,0-1 0,1 1 0,0 12 0,3 67 0,0-36 0,-2-19 0,-1-16 0,1 0 0,4 27 0,-3-38 0,0 0 0,0 0 0,1 0 0,0 0 0,0 0 0,0 0 0,1 0 0,-1-1 0,1 1 0,0-1 0,1 1 0,3 3 0,31 37 0,-30-34 0,0-1 0,0-1 0,1 1 0,0-1 0,0-1 0,13 9 0,2-1 0,2 0 0,0-2 0,1-1 0,36 12 0,108 45 0,-9-3 0,-39-16 0,-15-5 0,-80-38 0,42 8 0,-45-11 0,0 0 0,39 16 0,-23-6 0,51 11 0,12 4 0,-90-26 0,-1 0 0,1-1 0,0-1 0,25 1 0,60-4 0,-34-2 0,414 3 0,-460-1 0,0-1 0,-1-1 0,1-1 0,20-7 0,-16 5 0,0 0 0,24-2 0,27-2 0,-42 5 0,50-2 0,460 8 0,-523 0 0,0 2 0,-1 0 0,1 1 0,-1 0 0,30 13 0,-29-10 0,1-1 0,0 0 0,0-2 0,30 4 0,-18-5 0,0 2 0,36 10 0,8 2 0,-63-15 0,28 6 0,-1-3 0,54 2 0,-71-6 0,1 1 0,24 5 0,-24-2 0,43 1 0,393-7 0,-442 0 0,0-1 0,0-1 0,0-1 0,25-9 0,28-5 0,-39 12 0,-1 0 0,0 1 0,42-1 0,-48 5 0,0-1 0,0-2 0,33-9 0,17-3 0,-27 11 0,-1 3 0,64 3 0,-25 1 0,660-2 0,-720 1 0,47 9 0,-43-5 0,33 1 0,36 4 0,-63-5 0,37 0 0,1437-4 0,-702-2 0,-780-1 0,44-7 0,-42 5 0,34-2 0,558 5 0,-300 2 0,239-1 0,-548 0 0,-1 0 0,1-1 0,0-1 0,-1 0 0,18-6 0,-26 7 0,1-1 0,0 0 0,-1 0 0,1 0 0,-1-1 0,0 1 0,0-1 0,0 0 0,0 0 0,0-1 0,-1 1 0,0-1 0,1 0 0,-1 1 0,0-2 0,3-5 0,-1-2 0,0 0 0,-1 0 0,-1-1 0,1 0 0,-2 1 0,2-23 0,-3 5 0,-5-54 0,2 65 0,-2 1 0,0 0 0,-1 0 0,-1 0 0,-1 1 0,0 0 0,-1 0 0,-11-16 0,-2-3 0,13 19 0,-2 1 0,0 0 0,-1 0 0,-1 1 0,-20-21 0,6 11 0,17 15 0,-1 0 0,0 1 0,-1 1 0,0 0 0,-16-10 0,-88-51 0,25 13 0,72 46 0,0 0 0,1-1 0,1-1 0,-19-17 0,23 20 0,0 0 0,0 1 0,-1 1 0,0 0 0,0 0 0,-1 1 0,0 1 0,-17-4 0,-44-19 0,44 12 0,-1 0 0,-54-18 0,65 27 0,7 4 0,2-1 0,-1 0 0,0-1 0,1-1 0,0 0 0,-21-14 0,19 10 0,0 1 0,-1 0 0,-16-7 0,15 9 0,-44-19 0,39 18 0,-32-17 0,-77-42 0,117 63 0,1-1 0,-1 2 0,-25-4 0,22 4 0,1 0 0,-23-8 0,-187-54 0,120 38 0,84 23 0,0 0 0,-1 2 0,1 0 0,-30 2 0,28 1 0,0-2 0,-1 0 0,-27-6 0,14 1 0,0 2 0,-1 1 0,-68 4 0,-43-2 0,85-9 0,42 6 0,-38-3 0,-46-3 0,66 5 0,-43 0 0,-312 5 0,375-1 0,-1-1 0,-25-5 0,25 2 0,-38-1 0,-71 7 0,-52-2 0,123-9 0,-7-1 0,-17 1 0,53 5 0,-44-1 0,12 6 0,19 2 0,0-3 0,-81-12 0,86 8 0,1 1 0,-1 2 0,-53 5 0,-58-4 0,85-9 0,42 6 0,-38-3 0,-26 8 0,-35-2 0,64-9 0,41 7 0,0 0 0,-20-1 0,-446 3 0,234 2 0,209-1 0,-8-1 0,-1 3 0,-67 9 0,-18 11 0,101-17 0,0-1 0,1-2 0,-1-1 0,-34-4 0,-4 2 0,-117 1-1365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19:30:13.06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1624 792 24575,'-41'-2'0,"0"-1"0,1-2 0,0-2 0,0-2 0,-40-14 0,-191-83 0,226 87 0,-256-128-582,226 106 329,-95-57-641,-83-57 433,229 137 1082,-37-35-1,-10-7 329,1 15-2314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19:30:14.29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1855 0 24575,'-659'0'-901,"594"3"901,-112 17 0,-62 28 0,212-42 0,-78 20 269,-82 14 363,136-33-632,34-6 0,1 0 0,-1 2 0,1 0 0,0 1 0,0 0 0,1 1 0,-16 8 0,-9 6 0,24-12 0,-1 1 0,-16 12 0,28-16 0,0-1 0,1 1 0,-1 0 0,1 0 0,0 1 0,0-1 0,0 1 0,1 0 0,0 0 0,-5 9 0,-1 9 0,1 1 0,0 0 0,2 0 0,1 1 0,-4 46 0,8 130 0,3-103 0,-2-80 0,4 165 0,0-146 0,0-1 0,3 0 0,10 35 0,93 358 0,-70-204-204,-25-129 21,39 135 0,-32-166 163,11 37 135,-32-97-226,0 0 0,1 0-1,0 0 1,0 0 0,1 0 0,-1-1-1,5 7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4T06:40:54.26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8855 226 24575,'-2026'0'0,"1974"-3"0,0-2 0,0-3 0,-80-21 0,-10-3 0,19 20 0,31 5 0,-76-6 0,-210 9 0,194 6 0,0 0 0,-198-4 0,250-12 0,-41 0 0,-1129 15 0,1265-4 0,0-1 0,0-1 0,1-3 0,-51-16 0,46 12 0,-2 1 0,-69-8 0,-168 17 0,139 5 0,-460-3 0,549 3 0,-52 8 0,-27 2 0,107-11 0,0 0 0,0 2 0,1 0 0,-1 2 0,-28 11 0,30-11 0,1 0 0,0-1 0,-1-1 0,-38 1 0,-90-6 0,64-1 0,45 2 0,1 3 0,-1 1 0,2 2 0,-1 2 0,-58 19 0,15 2 0,1 3 0,-77 44 0,118-51 0,1 2 0,-43 37 0,-31 21 0,108-81 0,-1 0 0,1 1 0,0 0 0,0 0 0,1 1 0,-1 0 0,1 0 0,0 0 0,1 0 0,0 1 0,0-1 0,0 1 0,1 0 0,0 1 0,0-1 0,0 0 0,1 1 0,0 0 0,1-1 0,0 1 0,0 0 0,1 0 0,1 15 0,0-5 0,0-1 0,2 1 0,0-1 0,1 0 0,1 0 0,1 0 0,0-1 0,1 0 0,14 24 0,-8-19 0,0 0 0,2-1 0,1 0 0,0-1 0,2-1 0,22 19 0,-31-30 0,1-1 0,0 0 0,1-1 0,19 9 0,27 14 0,-19 0 0,-2 2 0,-2 2 0,-1 1 0,43 54 0,-13-15 0,-40-48 0,1-2 0,2-1 0,0-1 0,1-1 0,0-1 0,2-1 0,32 13 0,-40-22 0,0-2 0,0 0 0,0-1 0,0-2 0,30 2 0,23 5 0,85 15 0,-75-14 0,147 39 0,-44 6 0,296 47 0,-94-11 0,-243-53 0,1024 286 0,-1042-291 0,1-5 0,1-6 0,1-6 0,1-6 0,156-6 0,-182-13 0,187-39 0,21-3 0,307 13 0,-178 6 0,-199 10 0,252 5 0,-199 29 0,751 6 0,-894-25 0,274-14 0,-2-33 0,159-99 0,-439 112 0,210-31 0,-310 64 0,0-2 0,61-21 0,-90 24 0,0-1 0,-1-1 0,-1 0 0,1-1 0,-1 0 0,-1-2 0,1 1 0,-2-2 0,17-17 0,-22 21 0,0-1 0,0 0 0,-1 0 0,-1-1 0,1 0 0,-1 0 0,-1-1 0,0 0 0,-1 1 0,0-2 0,0 1 0,-1 0 0,-1-1 0,2-17 0,3-32 0,1-13 0,-1-84 0,-8 148 0,0 0 0,-1 1 0,0-1 0,0 0 0,-1 1 0,0-1 0,-1 1 0,0 0 0,-1 0 0,1 0 0,-2 1 0,1 0 0,-1 0 0,-9-10 0,-10-6 0,0 0 0,-51-35 0,38 30 0,12 8 0,-103-71 0,11 7 0,11 7 0,80 62 0,0 2 0,-1 1 0,-51-16 0,-94-16 0,33 10 0,-52-25 0,-213-53 0,338 103 0,-1 3 0,0 3 0,-89 7 0,39-1 0,22-3 0,1-4 0,-1-5 0,1-3 0,-170-48 0,199 41-273,-1 2 0,0 4 0,-1 2 0,-102-3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4T06:41:04.6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3688 3377 24575,'-3'0'0,"1"-1"0,-1 0 0,0-1 0,1 1 0,-1 0 0,1-1 0,-1 1 0,1-1 0,-1 0 0,1 0 0,-2-2 0,-14-10 0,-37-22 0,1-2 0,-92-87 0,107 90 0,-542-513-1120,327 303 497,-83-75-315,-1135-1014-1030,1221 1115 1860,221 193 52,-244-224-431,231 205 574,-58-77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4T06:41:05.73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3218 1064 24575,'-5'0'0,"0"-1"0,0-1 0,0 1 0,0-1 0,1 1 0,-1-1 0,0-1 0,1 1 0,-1-1 0,-6-5 0,-3 0 0,-343-222 0,91 55 0,141 95 0,-205-121 0,306 189 0,0 2 0,-1 0 0,-1 1 0,1 2 0,-1 1 0,-49-6 0,-2 7 0,-81 6 0,141 0 0,-76-2 0,-165-21 0,-87-45 0,217 37 0,-316-79 0,398 96 0,-2 2 0,1 2 0,-70-4 0,114 13 0,1 0 0,0 0 0,-1 0 0,1 0 0,-1 1 0,1-1 0,0 1 0,-1-1 0,1 1 0,0 0 0,0 0 0,0 0 0,0 0 0,-1 0 0,2 1 0,-1-1 0,0 1 0,0-1 0,0 1 0,1 0 0,-1 0 0,0-1 0,1 1 0,0 0 0,0 0 0,-1 1 0,1-1 0,0 0 0,1 0 0,-1 0 0,0 1 0,0 2 0,-1 8 0,0 0 0,2 1 0,-1-1 0,4 25 0,-3-33 0,50 343 19,28-2-29,-10-55-94,-56-231-25,112 478-247,-84-395 390,100 234 0,-46-182-14,202 311 0,-261-454-423,2 0 0,71 75-1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005508-3DC9-AFF6-0326-F22AE5F8D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E1F6580-2A56-A804-516D-E1165B6E3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CB73284-3442-C227-0BF8-87F15DF18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E716-8B22-4E39-BED4-B5BB0F81CF92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A5EAEC0-5EB4-8B91-0113-DAE1D2139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B2F4895-3E0D-735B-19BA-F5A16EB5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DDA0-334A-4CC8-B0F3-A3DF228282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42488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626C06-F028-DD87-F53F-5680EA64E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CE3CF3-D13F-D306-3779-B8376BE47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88A9DCB-9E24-0C22-EB70-FC640CA4C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E716-8B22-4E39-BED4-B5BB0F81CF92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DA7AF3F-5559-AE68-E992-3918FF7A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0BE25FB-1F78-2937-FB03-C5EEA69F4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DDA0-334A-4CC8-B0F3-A3DF228282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89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46F246-BD35-6E18-BF30-D7C43D028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A0DF909-9FB6-E4E4-CD5D-780663E97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889D157-00C0-9A01-3CC1-ADF0CCB4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E716-8B22-4E39-BED4-B5BB0F81CF92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E238225-36FA-7D52-761B-8E360F978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F369554-FB6E-A4D1-BB80-A5709A5F9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DDA0-334A-4CC8-B0F3-A3DF228282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941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526D66-C998-25EA-74E4-15501CF75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930A70-A541-E358-B7D1-6005F61975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20678BE-55AC-9EA9-AF28-189BEB5EE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1AEF27C-54B9-164C-75B8-C3960A80F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E716-8B22-4E39-BED4-B5BB0F81CF92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A939E87-87F4-2AA9-C493-05E1D1040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E7C20C4-D303-65C4-0F05-77FF34FAF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DDA0-334A-4CC8-B0F3-A3DF228282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9054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828B3B-CC35-3715-F9AD-E56011679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31C7DB0-F143-A11A-496F-D33B5C22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B025903-4BE4-1067-D21E-1FCFABD86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DBFD60F-2125-6DF5-9B37-91876BD9D2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A0E79C47-90BF-4616-AC01-BA89CAD77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8B72ACB5-482E-A140-2BC7-39312D610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E716-8B22-4E39-BED4-B5BB0F81CF92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0D0A5DC-FBE7-5ECF-93F5-CD5E65933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38327CB0-7AC1-5C26-C734-9CE65BA6E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DDA0-334A-4CC8-B0F3-A3DF228282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68312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C63DE1-D38A-F6CA-3614-31C1C9875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B5D445CF-1A9A-6497-D165-D0A49339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E716-8B22-4E39-BED4-B5BB0F81CF92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A0A63E2-F135-514B-70B6-07CDD866F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3DA53E9-0B0B-0D7A-409B-2A2A8EE80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DDA0-334A-4CC8-B0F3-A3DF228282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4339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A1FD620-9DE2-CCCD-8531-CA33E5FD4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E716-8B22-4E39-BED4-B5BB0F81CF92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CD2BD5D-4547-5DDB-6B61-62B299827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1CDF57E-E7BD-ECA2-6877-7869114F4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DDA0-334A-4CC8-B0F3-A3DF228282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4962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3D36AC-CB3C-26A1-EBE6-9B6F534DA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AA55F60-4CC2-129A-22FC-7B36AB38E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418C292-A186-1688-9FDA-4878772CF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A9D0F23-792E-3319-3543-7954603ED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E716-8B22-4E39-BED4-B5BB0F81CF92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DD5D5F2-6969-F74E-A0AD-32834A44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97EB8D9-DED3-4D7F-9CF4-03D45585E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DDA0-334A-4CC8-B0F3-A3DF228282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03576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015F08-10C3-B575-1F89-931E4B594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D07A3B85-5E8D-0025-21BA-69CCAB4167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B2CCA8B-8BCA-174D-1FA6-7EC9013E8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46985E4-B357-A597-C143-08DC944BD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E716-8B22-4E39-BED4-B5BB0F81CF92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4F80636-3F7B-BAD6-3B2F-FEFCF73FB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2AFF112-08BC-2157-58C4-B4CD2E681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DDA0-334A-4CC8-B0F3-A3DF228282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5744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A633896-EF4B-773B-493E-A3542CEE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27A317F-11E9-A8E0-66FB-1351A6E26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5F1ED72-3A57-65A8-F6D8-67008546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E716-8B22-4E39-BED4-B5BB0F81CF92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A3D82E9-5C6D-EAFC-0A5B-100C46D87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DD07E12-FB86-323C-AEAD-74B45AD2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DDA0-334A-4CC8-B0F3-A3DF228282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8358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38FB48DF-378A-D524-A604-9D8829C03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BFC0139-A6E1-4E43-B238-EA5CC5051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3C9E845-1D28-6C16-B3CD-97F3A1F93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E716-8B22-4E39-BED4-B5BB0F81CF92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68B4C05-46FF-C532-1083-5309A64DA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BF24AA8-858B-4D3B-A2D9-B3C3A06E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DDA0-334A-4CC8-B0F3-A3DF228282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5776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1E3A45DC-85A1-8A97-2C82-C5F193548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ED215E0-3176-466A-DEFE-F3AC3D2DD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6C04B33-31CC-F66C-3176-5D4762717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27E716-8B22-4E39-BED4-B5BB0F81CF92}" type="datetimeFigureOut">
              <a:rPr lang="hu-HU" smtClean="0"/>
              <a:t>2025. 04. 01.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00FA696-97CB-0B8A-42FC-205ADDA04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199BA5C-DEE0-6D99-65B7-E16F71348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62DDA0-334A-4CC8-B0F3-A3DF228282F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1792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1.png"/><Relationship Id="rId4" Type="http://schemas.openxmlformats.org/officeDocument/2006/relationships/customXml" Target="../ink/ink1.xml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15.png"/><Relationship Id="rId4" Type="http://schemas.openxmlformats.org/officeDocument/2006/relationships/customXml" Target="../ink/ink4.xml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.xml"/><Relationship Id="rId5" Type="http://schemas.openxmlformats.org/officeDocument/2006/relationships/image" Target="../media/image20.png"/><Relationship Id="rId4" Type="http://schemas.openxmlformats.org/officeDocument/2006/relationships/customXml" Target="../ink/ink7.xml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1E530DD6-16A8-437E-198C-BD834F5A4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hu-HU" sz="5200">
                <a:solidFill>
                  <a:schemeClr val="tx2"/>
                </a:solidFill>
              </a:rPr>
              <a:t>BeeHealthy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4BF30CB-E2F5-33B2-98C6-CE308A9CF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hu-HU" sz="800">
                <a:solidFill>
                  <a:schemeClr val="tx2"/>
                </a:solidFill>
              </a:rPr>
              <a:t>Gyógyszerkezelői alkalmazás</a:t>
            </a:r>
          </a:p>
          <a:p>
            <a:endParaRPr lang="hu-HU" sz="800">
              <a:solidFill>
                <a:schemeClr val="tx2"/>
              </a:solidFill>
            </a:endParaRPr>
          </a:p>
          <a:p>
            <a:r>
              <a:rPr lang="hu-HU" sz="800">
                <a:solidFill>
                  <a:schemeClr val="tx2"/>
                </a:solidFill>
              </a:rPr>
              <a:t>Készítette: Dombai Zoltán, Tisza Balázs, Szőllősy István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20732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B8EB690-37EB-5024-28FE-83A6368C4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hu-HU" dirty="0"/>
              <a:t>Frontend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FF8B878-1544-5D19-79B3-0163D47CA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hu-HU" sz="2000" dirty="0"/>
              <a:t>Navigációs linkek</a:t>
            </a:r>
          </a:p>
          <a:p>
            <a:r>
              <a:rPr lang="hu-HU" sz="2000" dirty="0"/>
              <a:t>Bejelentkezési felület</a:t>
            </a:r>
          </a:p>
          <a:p>
            <a:r>
              <a:rPr lang="hu-HU" sz="2000" dirty="0"/>
              <a:t>Világos/Sötét mód</a:t>
            </a:r>
          </a:p>
          <a:p>
            <a:endParaRPr lang="hu-HU" sz="2000" dirty="0"/>
          </a:p>
        </p:txBody>
      </p:sp>
      <p:pic>
        <p:nvPicPr>
          <p:cNvPr id="7" name="Kép 6" descr="A képen szöveg, képernyőkép, Betűtípus, so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520FEAF-CF7F-D0EC-B136-55DF3437D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457" y="1740512"/>
            <a:ext cx="6155141" cy="340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879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1D9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A43D311-161D-4A24-E5E5-DD0C61663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Weboldalunk képekben</a:t>
            </a:r>
          </a:p>
        </p:txBody>
      </p:sp>
      <p:pic>
        <p:nvPicPr>
          <p:cNvPr id="7" name="Tartalom helye 6" descr="A képen szöveg, képernyőkép, szoftver, Operációs rendszer látható">
            <a:extLst>
              <a:ext uri="{FF2B5EF4-FFF2-40B4-BE49-F238E27FC236}">
                <a16:creationId xmlns:a16="http://schemas.microsoft.com/office/drawing/2014/main" id="{3A430258-48D4-ECCE-6D81-217326720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361" y="1253331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145320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AE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Kép 2" descr="A képen szöveg, szoftver, Számítógépes ikon, Multimédiás szoftver látható">
            <a:extLst>
              <a:ext uri="{FF2B5EF4-FFF2-40B4-BE49-F238E27FC236}">
                <a16:creationId xmlns:a16="http://schemas.microsoft.com/office/drawing/2014/main" id="{EBCFDD1A-B2F2-00B6-EA36-74FE08FBE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72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szoftver, Számítógépes ikon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95487F8A-194A-071B-C69C-F1E9323F6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1911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szoftver, Számítógépes ikon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FFEDB82D-DE9C-65AE-247B-1D11D2FB8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23357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szoftver, Számítógépes ikon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76C4D486-8944-CCF7-BF4D-8140F6047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7519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szoftver, Számítógépes ikon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24179DFA-F5A7-7E68-273A-65E811F5D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4110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F57178F-0513-54D8-269C-66ECF504A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hu-HU" sz="4800"/>
              <a:t>Asztali alkalmazás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C80C72F-B4AD-F937-B318-EF6D36BFE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hu-HU" sz="2000" dirty="0"/>
              <a:t>Login felület</a:t>
            </a:r>
          </a:p>
          <a:p>
            <a:r>
              <a:rPr lang="hu-HU" sz="2000" dirty="0"/>
              <a:t>Felhasználók</a:t>
            </a:r>
          </a:p>
          <a:p>
            <a:pPr lvl="1"/>
            <a:r>
              <a:rPr lang="hu-HU" sz="2000" dirty="0"/>
              <a:t>felvitele</a:t>
            </a:r>
          </a:p>
          <a:p>
            <a:pPr lvl="1"/>
            <a:r>
              <a:rPr lang="hu-HU" sz="2000" dirty="0"/>
              <a:t>módosítása</a:t>
            </a:r>
          </a:p>
          <a:p>
            <a:pPr lvl="1"/>
            <a:r>
              <a:rPr lang="hu-HU" sz="2000" dirty="0"/>
              <a:t>törlése</a:t>
            </a:r>
          </a:p>
          <a:p>
            <a:r>
              <a:rPr lang="hu-HU" sz="2000" dirty="0"/>
              <a:t>Jogosultságok</a:t>
            </a:r>
          </a:p>
          <a:p>
            <a:r>
              <a:rPr lang="hu-HU" sz="2000" dirty="0"/>
              <a:t>Gyógyszerek</a:t>
            </a:r>
          </a:p>
          <a:p>
            <a:pPr lvl="1"/>
            <a:r>
              <a:rPr lang="hu-HU" sz="2000" dirty="0"/>
              <a:t>felvitele</a:t>
            </a:r>
          </a:p>
          <a:p>
            <a:pPr lvl="1"/>
            <a:r>
              <a:rPr lang="hu-HU" sz="2000" dirty="0"/>
              <a:t>módosítása</a:t>
            </a:r>
          </a:p>
          <a:p>
            <a:pPr lvl="1"/>
            <a:r>
              <a:rPr lang="hu-HU" sz="2000" dirty="0"/>
              <a:t>törlése</a:t>
            </a:r>
          </a:p>
          <a:p>
            <a:endParaRPr lang="hu-HU" sz="2000" dirty="0"/>
          </a:p>
          <a:p>
            <a:endParaRPr lang="hu-HU" sz="2000" dirty="0"/>
          </a:p>
        </p:txBody>
      </p:sp>
      <p:pic>
        <p:nvPicPr>
          <p:cNvPr id="6" name="Kép 5" descr="A képen szöveg, képernyőkép, szoftver, Operációs rendszer látható">
            <a:extLst>
              <a:ext uri="{FF2B5EF4-FFF2-40B4-BE49-F238E27FC236}">
                <a16:creationId xmlns:a16="http://schemas.microsoft.com/office/drawing/2014/main" id="{8D733C65-0D9E-CFEF-9299-7ACE8B95D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912175"/>
            <a:ext cx="5150277" cy="2858403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46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 descr="A képen szöveg, képernyőkép, szoftver, képernyő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FA8C5762-1F70-4B56-C8B8-80374C8AE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1727272"/>
            <a:ext cx="5614416" cy="3284433"/>
          </a:xfrm>
          <a:prstGeom prst="rect">
            <a:avLst/>
          </a:prstGeom>
        </p:spPr>
      </p:pic>
      <p:pic>
        <p:nvPicPr>
          <p:cNvPr id="5" name="Tartalom helye 4" descr="A képen szöveg, képernyőkép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8A88D5AB-1409-752F-115A-FEA2C2CCF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2004105"/>
            <a:ext cx="5614416" cy="3105521"/>
          </a:xfrm>
          <a:prstGeom prst="rect">
            <a:avLst/>
          </a:prstGeom>
        </p:spPr>
      </p:pic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E7B09B03-F80E-6E00-5599-2A493EFD3AF9}"/>
              </a:ext>
            </a:extLst>
          </p:cNvPr>
          <p:cNvGrpSpPr/>
          <p:nvPr/>
        </p:nvGrpSpPr>
        <p:grpSpPr>
          <a:xfrm>
            <a:off x="3631015" y="2484118"/>
            <a:ext cx="6673680" cy="834480"/>
            <a:chOff x="3631015" y="2484118"/>
            <a:chExt cx="6673680" cy="83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Szabadkéz 12">
                  <a:extLst>
                    <a:ext uri="{FF2B5EF4-FFF2-40B4-BE49-F238E27FC236}">
                      <a16:creationId xmlns:a16="http://schemas.microsoft.com/office/drawing/2014/main" id="{1C4F3573-ABEC-249B-16AB-A76F4AE4AC99}"/>
                    </a:ext>
                  </a:extLst>
                </p14:cNvPr>
                <p14:cNvContentPartPr/>
                <p14:nvPr/>
              </p14:nvContentPartPr>
              <p14:xfrm>
                <a:off x="7090975" y="2484118"/>
                <a:ext cx="3213720" cy="678600"/>
              </p14:xfrm>
            </p:contentPart>
          </mc:Choice>
          <mc:Fallback xmlns="">
            <p:pic>
              <p:nvPicPr>
                <p:cNvPr id="13" name="Szabadkéz 12">
                  <a:extLst>
                    <a:ext uri="{FF2B5EF4-FFF2-40B4-BE49-F238E27FC236}">
                      <a16:creationId xmlns:a16="http://schemas.microsoft.com/office/drawing/2014/main" id="{1C4F3573-ABEC-249B-16AB-A76F4AE4AC9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27975" y="2421118"/>
                  <a:ext cx="3339360" cy="80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Szabadkéz 14">
                  <a:extLst>
                    <a:ext uri="{FF2B5EF4-FFF2-40B4-BE49-F238E27FC236}">
                      <a16:creationId xmlns:a16="http://schemas.microsoft.com/office/drawing/2014/main" id="{B43DC2D0-1785-1A9F-4D6C-923089CDF7AC}"/>
                    </a:ext>
                  </a:extLst>
                </p14:cNvPr>
                <p14:cNvContentPartPr/>
                <p14:nvPr/>
              </p14:nvContentPartPr>
              <p14:xfrm>
                <a:off x="4645135" y="2728198"/>
                <a:ext cx="2502360" cy="110160"/>
              </p14:xfrm>
            </p:contentPart>
          </mc:Choice>
          <mc:Fallback xmlns="">
            <p:pic>
              <p:nvPicPr>
                <p:cNvPr id="15" name="Szabadkéz 14">
                  <a:extLst>
                    <a:ext uri="{FF2B5EF4-FFF2-40B4-BE49-F238E27FC236}">
                      <a16:creationId xmlns:a16="http://schemas.microsoft.com/office/drawing/2014/main" id="{B43DC2D0-1785-1A9F-4D6C-923089CDF7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82495" y="2665558"/>
                  <a:ext cx="26280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Szabadkéz 15">
                  <a:extLst>
                    <a:ext uri="{FF2B5EF4-FFF2-40B4-BE49-F238E27FC236}">
                      <a16:creationId xmlns:a16="http://schemas.microsoft.com/office/drawing/2014/main" id="{E2F6FCDD-486D-48E4-39DC-AF5520D39ACB}"/>
                    </a:ext>
                  </a:extLst>
                </p14:cNvPr>
                <p14:cNvContentPartPr/>
                <p14:nvPr/>
              </p14:nvContentPartPr>
              <p14:xfrm>
                <a:off x="3631015" y="2568718"/>
                <a:ext cx="2478600" cy="749880"/>
              </p14:xfrm>
            </p:contentPart>
          </mc:Choice>
          <mc:Fallback xmlns="">
            <p:pic>
              <p:nvPicPr>
                <p:cNvPr id="16" name="Szabadkéz 15">
                  <a:extLst>
                    <a:ext uri="{FF2B5EF4-FFF2-40B4-BE49-F238E27FC236}">
                      <a16:creationId xmlns:a16="http://schemas.microsoft.com/office/drawing/2014/main" id="{E2F6FCDD-486D-48E4-39DC-AF5520D39AC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68375" y="2505718"/>
                  <a:ext cx="2604240" cy="875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06824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Kép 7" descr="A képen szöveg, képernyőkép, szoftver, Számítógépes ikon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8B91A47B-EEB3-6F37-13E9-C9A04ABD1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31" y="206054"/>
            <a:ext cx="4353090" cy="5182250"/>
          </a:xfrm>
          <a:prstGeom prst="rect">
            <a:avLst/>
          </a:prstGeom>
        </p:spPr>
      </p:pic>
      <p:pic>
        <p:nvPicPr>
          <p:cNvPr id="6" name="Tartalom helye 5" descr="A képen szöveg, képernyőkép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A95AE80B-413E-456C-0335-35D287A96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76" y="1741778"/>
            <a:ext cx="5614416" cy="3105521"/>
          </a:xfrm>
          <a:prstGeom prst="rect">
            <a:avLst/>
          </a:prstGeom>
        </p:spPr>
      </p:pic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Szabadkéz 8">
                <a:extLst>
                  <a:ext uri="{FF2B5EF4-FFF2-40B4-BE49-F238E27FC236}">
                    <a16:creationId xmlns:a16="http://schemas.microsoft.com/office/drawing/2014/main" id="{30DA3A20-57E8-6364-7076-7E290590095D}"/>
                  </a:ext>
                </a:extLst>
              </p14:cNvPr>
              <p14:cNvContentPartPr/>
              <p14:nvPr/>
            </p14:nvContentPartPr>
            <p14:xfrm>
              <a:off x="6563709" y="2757346"/>
              <a:ext cx="3788640" cy="631080"/>
            </p14:xfrm>
          </p:contentPart>
        </mc:Choice>
        <mc:Fallback xmlns="">
          <p:pic>
            <p:nvPicPr>
              <p:cNvPr id="9" name="Szabadkéz 8">
                <a:extLst>
                  <a:ext uri="{FF2B5EF4-FFF2-40B4-BE49-F238E27FC236}">
                    <a16:creationId xmlns:a16="http://schemas.microsoft.com/office/drawing/2014/main" id="{30DA3A20-57E8-6364-7076-7E29059009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1069" y="2694346"/>
                <a:ext cx="3914280" cy="75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B3237C48-EC68-7092-1A4A-7330FFADEEEE}"/>
              </a:ext>
            </a:extLst>
          </p:cNvPr>
          <p:cNvGrpSpPr/>
          <p:nvPr/>
        </p:nvGrpSpPr>
        <p:grpSpPr>
          <a:xfrm>
            <a:off x="5268429" y="2450626"/>
            <a:ext cx="1102680" cy="849240"/>
            <a:chOff x="5268429" y="2450626"/>
            <a:chExt cx="1102680" cy="84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Szabadkéz 13">
                  <a:extLst>
                    <a:ext uri="{FF2B5EF4-FFF2-40B4-BE49-F238E27FC236}">
                      <a16:creationId xmlns:a16="http://schemas.microsoft.com/office/drawing/2014/main" id="{CD5BF52B-EC8F-A17A-37FE-F51F4B6A1189}"/>
                    </a:ext>
                  </a:extLst>
                </p14:cNvPr>
                <p14:cNvContentPartPr/>
                <p14:nvPr/>
              </p14:nvContentPartPr>
              <p14:xfrm>
                <a:off x="5786469" y="2772826"/>
                <a:ext cx="584640" cy="285120"/>
              </p14:xfrm>
            </p:contentPart>
          </mc:Choice>
          <mc:Fallback xmlns="">
            <p:pic>
              <p:nvPicPr>
                <p:cNvPr id="14" name="Szabadkéz 13">
                  <a:extLst>
                    <a:ext uri="{FF2B5EF4-FFF2-40B4-BE49-F238E27FC236}">
                      <a16:creationId xmlns:a16="http://schemas.microsoft.com/office/drawing/2014/main" id="{CD5BF52B-EC8F-A17A-37FE-F51F4B6A118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23829" y="2710186"/>
                  <a:ext cx="7102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Szabadkéz 15">
                  <a:extLst>
                    <a:ext uri="{FF2B5EF4-FFF2-40B4-BE49-F238E27FC236}">
                      <a16:creationId xmlns:a16="http://schemas.microsoft.com/office/drawing/2014/main" id="{26BEC89F-E9E0-EA79-DD48-D6D1EF774F2B}"/>
                    </a:ext>
                  </a:extLst>
                </p14:cNvPr>
                <p14:cNvContentPartPr/>
                <p14:nvPr/>
              </p14:nvContentPartPr>
              <p14:xfrm>
                <a:off x="5268429" y="2450626"/>
                <a:ext cx="668160" cy="849240"/>
              </p14:xfrm>
            </p:contentPart>
          </mc:Choice>
          <mc:Fallback xmlns="">
            <p:pic>
              <p:nvPicPr>
                <p:cNvPr id="16" name="Szabadkéz 15">
                  <a:extLst>
                    <a:ext uri="{FF2B5EF4-FFF2-40B4-BE49-F238E27FC236}">
                      <a16:creationId xmlns:a16="http://schemas.microsoft.com/office/drawing/2014/main" id="{26BEC89F-E9E0-EA79-DD48-D6D1EF774F2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05429" y="2387626"/>
                  <a:ext cx="793800" cy="974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31844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képernyőkép, szoftver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B883EED-0447-193F-0B74-D5D5174FA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10" y="626980"/>
            <a:ext cx="4162536" cy="5074591"/>
          </a:xfrm>
          <a:prstGeom prst="rect">
            <a:avLst/>
          </a:prstGeom>
        </p:spPr>
      </p:pic>
      <p:pic>
        <p:nvPicPr>
          <p:cNvPr id="7" name="Kép 6" descr="A képen szöveg, képernyőkép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7E470ADD-DC12-9EE2-E0AD-E4F523D54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072" y="2205118"/>
            <a:ext cx="5193778" cy="19247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Szabadkéz 8">
                <a:extLst>
                  <a:ext uri="{FF2B5EF4-FFF2-40B4-BE49-F238E27FC236}">
                    <a16:creationId xmlns:a16="http://schemas.microsoft.com/office/drawing/2014/main" id="{5F934BCF-B7F5-1993-3020-02C061093BF8}"/>
                  </a:ext>
                </a:extLst>
              </p14:cNvPr>
              <p14:cNvContentPartPr/>
              <p14:nvPr/>
            </p14:nvContentPartPr>
            <p14:xfrm>
              <a:off x="7000971" y="3415265"/>
              <a:ext cx="4062240" cy="856080"/>
            </p14:xfrm>
          </p:contentPart>
        </mc:Choice>
        <mc:Fallback xmlns="">
          <p:pic>
            <p:nvPicPr>
              <p:cNvPr id="9" name="Szabadkéz 8">
                <a:extLst>
                  <a:ext uri="{FF2B5EF4-FFF2-40B4-BE49-F238E27FC236}">
                    <a16:creationId xmlns:a16="http://schemas.microsoft.com/office/drawing/2014/main" id="{5F934BCF-B7F5-1993-3020-02C061093B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38331" y="3352265"/>
                <a:ext cx="4187880" cy="98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27FAFB75-DBAF-1AA5-125C-7FEECAADB55E}"/>
              </a:ext>
            </a:extLst>
          </p:cNvPr>
          <p:cNvGrpSpPr/>
          <p:nvPr/>
        </p:nvGrpSpPr>
        <p:grpSpPr>
          <a:xfrm>
            <a:off x="4900731" y="2008385"/>
            <a:ext cx="1952280" cy="1599120"/>
            <a:chOff x="4900731" y="2008385"/>
            <a:chExt cx="1952280" cy="159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Szabadkéz 13">
                  <a:extLst>
                    <a:ext uri="{FF2B5EF4-FFF2-40B4-BE49-F238E27FC236}">
                      <a16:creationId xmlns:a16="http://schemas.microsoft.com/office/drawing/2014/main" id="{5C634AAE-6F60-985F-8470-A3453D8AE1F4}"/>
                    </a:ext>
                  </a:extLst>
                </p14:cNvPr>
                <p14:cNvContentPartPr/>
                <p14:nvPr/>
              </p14:nvContentPartPr>
              <p14:xfrm>
                <a:off x="5525331" y="2391425"/>
                <a:ext cx="1327680" cy="1216080"/>
              </p14:xfrm>
            </p:contentPart>
          </mc:Choice>
          <mc:Fallback xmlns="">
            <p:pic>
              <p:nvPicPr>
                <p:cNvPr id="14" name="Szabadkéz 13">
                  <a:extLst>
                    <a:ext uri="{FF2B5EF4-FFF2-40B4-BE49-F238E27FC236}">
                      <a16:creationId xmlns:a16="http://schemas.microsoft.com/office/drawing/2014/main" id="{5C634AAE-6F60-985F-8470-A3453D8AE1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62691" y="2328785"/>
                  <a:ext cx="1453320" cy="13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Szabadkéz 14">
                  <a:extLst>
                    <a:ext uri="{FF2B5EF4-FFF2-40B4-BE49-F238E27FC236}">
                      <a16:creationId xmlns:a16="http://schemas.microsoft.com/office/drawing/2014/main" id="{CAFD746B-7776-5B68-87AF-8CB92935B636}"/>
                    </a:ext>
                  </a:extLst>
                </p14:cNvPr>
                <p14:cNvContentPartPr/>
                <p14:nvPr/>
              </p14:nvContentPartPr>
              <p14:xfrm>
                <a:off x="4900731" y="2008385"/>
                <a:ext cx="1158840" cy="1144080"/>
              </p14:xfrm>
            </p:contentPart>
          </mc:Choice>
          <mc:Fallback xmlns="">
            <p:pic>
              <p:nvPicPr>
                <p:cNvPr id="15" name="Szabadkéz 14">
                  <a:extLst>
                    <a:ext uri="{FF2B5EF4-FFF2-40B4-BE49-F238E27FC236}">
                      <a16:creationId xmlns:a16="http://schemas.microsoft.com/office/drawing/2014/main" id="{CAFD746B-7776-5B68-87AF-8CB92935B63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37731" y="1945745"/>
                  <a:ext cx="1284480" cy="126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91708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B97E1EB-E77D-2858-3967-4D032011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anchor="ctr">
            <a:normAutofit/>
          </a:bodyPr>
          <a:lstStyle/>
          <a:p>
            <a:r>
              <a:rPr lang="hu-HU" sz="3200"/>
              <a:t>Backend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 descr="A képen elektronika, szöveg, képernyőkép, számítógép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81C708A1-CE1F-5EFC-B39C-4C6536386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278"/>
          <a:stretch/>
        </p:blipFill>
        <p:spPr>
          <a:xfrm>
            <a:off x="959205" y="364142"/>
            <a:ext cx="10369645" cy="386799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496470A-837E-BE9F-C96A-ED7C1299C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883544"/>
            <a:ext cx="6586915" cy="1556907"/>
          </a:xfrm>
        </p:spPr>
        <p:txBody>
          <a:bodyPr anchor="ctr">
            <a:normAutofit/>
          </a:bodyPr>
          <a:lstStyle/>
          <a:p>
            <a:r>
              <a:rPr lang="hu-HU" sz="1800"/>
              <a:t>Összeköti az adatbázist az asztali alkalmazással</a:t>
            </a:r>
          </a:p>
          <a:p>
            <a:r>
              <a:rPr lang="hu-HU" sz="1800"/>
              <a:t>Jogosultságot ad a felhasználóknak, ha úgy van beállítva</a:t>
            </a:r>
          </a:p>
        </p:txBody>
      </p:sp>
    </p:spTree>
    <p:extLst>
      <p:ext uri="{BB962C8B-B14F-4D97-AF65-F5344CB8AC3E}">
        <p14:creationId xmlns:p14="http://schemas.microsoft.com/office/powerpoint/2010/main" val="647135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 descr="A képen szöveg, képernyőkép, szoftver, Operációs rendsz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A3D70A9-83B6-58A6-AD30-973421828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2" y="322659"/>
            <a:ext cx="5426764" cy="2903319"/>
          </a:xfrm>
          <a:prstGeom prst="rect">
            <a:avLst/>
          </a:prstGeom>
        </p:spPr>
      </p:pic>
      <p:pic>
        <p:nvPicPr>
          <p:cNvPr id="9" name="Kép 8" descr="A képen szöveg, képernyőkép, szoftver, Számítógépes ikon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72E1BDEA-8D25-C873-50A0-28423DB86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21" y="3631096"/>
            <a:ext cx="5159924" cy="276056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Tartalom helye 4" descr="A képen szöveg, képernyőkép, szoftver, Operációs rendszer látható">
            <a:extLst>
              <a:ext uri="{FF2B5EF4-FFF2-40B4-BE49-F238E27FC236}">
                <a16:creationId xmlns:a16="http://schemas.microsoft.com/office/drawing/2014/main" id="{183DD63F-0BF7-B791-33F2-3B3F40FE4E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034" y="1905035"/>
            <a:ext cx="5426764" cy="290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46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30F64FC-A274-B403-F281-307FC160A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hu-HU" sz="4800"/>
              <a:t>Adatbázis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D18049B-B51B-8D91-6BAA-534BFA359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 fontScale="62500" lnSpcReduction="20000"/>
          </a:bodyPr>
          <a:lstStyle/>
          <a:p>
            <a:pPr marL="0" indent="0">
              <a:buNone/>
            </a:pPr>
            <a:r>
              <a:rPr lang="hu-HU" sz="2200"/>
              <a:t>6 tábla van</a:t>
            </a:r>
          </a:p>
          <a:p>
            <a:pPr lvl="1"/>
            <a:r>
              <a:rPr lang="hu-HU" sz="1800"/>
              <a:t>User</a:t>
            </a:r>
          </a:p>
          <a:p>
            <a:pPr lvl="1"/>
            <a:r>
              <a:rPr lang="hu-HU" sz="1800"/>
              <a:t>Gyarto</a:t>
            </a:r>
          </a:p>
          <a:p>
            <a:pPr lvl="1"/>
            <a:r>
              <a:rPr lang="hu-HU" sz="1800"/>
              <a:t>Gyogyszer_adatok</a:t>
            </a:r>
          </a:p>
          <a:p>
            <a:pPr lvl="1"/>
            <a:r>
              <a:rPr lang="hu-HU" sz="1800"/>
              <a:t>Receptek</a:t>
            </a:r>
          </a:p>
          <a:p>
            <a:pPr lvl="1"/>
            <a:r>
              <a:rPr lang="hu-HU" sz="1800"/>
              <a:t>Orvosok</a:t>
            </a:r>
          </a:p>
          <a:p>
            <a:pPr lvl="1"/>
            <a:r>
              <a:rPr lang="hu-HU" sz="1800"/>
              <a:t>Paciensek</a:t>
            </a:r>
            <a:endParaRPr lang="hu-HU" sz="1800" dirty="0"/>
          </a:p>
        </p:txBody>
      </p:sp>
      <p:pic>
        <p:nvPicPr>
          <p:cNvPr id="4" name="Kép 3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2CCF1BCF-2C82-0C53-2621-F656D88F8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815" y="2195209"/>
            <a:ext cx="9018530" cy="423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049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ím 3">
            <a:extLst>
              <a:ext uri="{FF2B5EF4-FFF2-40B4-BE49-F238E27FC236}">
                <a16:creationId xmlns:a16="http://schemas.microsoft.com/office/drawing/2014/main" id="{18747EF2-70E1-FC8A-235F-174489F34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  <a:effectLst/>
        </p:spPr>
        <p:txBody>
          <a:bodyPr anchor="t">
            <a:normAutofit/>
          </a:bodyPr>
          <a:lstStyle/>
          <a:p>
            <a:pPr algn="l"/>
            <a:r>
              <a:rPr lang="hu-HU" sz="5400" dirty="0"/>
              <a:t>Köszönjük a figyelmet!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588D6EE6-F30E-5198-2211-916DFC9EE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809" y="953037"/>
            <a:ext cx="4036333" cy="1709849"/>
          </a:xfrm>
        </p:spPr>
        <p:txBody>
          <a:bodyPr anchor="b">
            <a:normAutofit/>
          </a:bodyPr>
          <a:lstStyle/>
          <a:p>
            <a:pPr algn="l"/>
            <a:endParaRPr lang="hu-HU" sz="20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Kép 2" descr="A képen clipart, rajzfilm, Grafika, szimbólu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A56EC2AE-977A-E848-0CD6-31D35DA36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597" y="666728"/>
            <a:ext cx="5465791" cy="5465791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790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69</Words>
  <Application>Microsoft Office PowerPoint</Application>
  <PresentationFormat>Szélesvásznú</PresentationFormat>
  <Paragraphs>32</Paragraphs>
  <Slides>16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Office-téma</vt:lpstr>
      <vt:lpstr>BeeHealthy</vt:lpstr>
      <vt:lpstr>Frontend</vt:lpstr>
      <vt:lpstr>Weboldalunk képekben</vt:lpstr>
      <vt:lpstr>PowerPoint-bemutató</vt:lpstr>
      <vt:lpstr>PowerPoint-bemutató</vt:lpstr>
      <vt:lpstr>PowerPoint-bemutató</vt:lpstr>
      <vt:lpstr>PowerPoint-bemutató</vt:lpstr>
      <vt:lpstr>PowerPoint-bemutató</vt:lpstr>
      <vt:lpstr>Asztali alkalmazás</vt:lpstr>
      <vt:lpstr>PowerPoint-bemutató</vt:lpstr>
      <vt:lpstr>PowerPoint-bemutató</vt:lpstr>
      <vt:lpstr>PowerPoint-bemutató</vt:lpstr>
      <vt:lpstr>Backend</vt:lpstr>
      <vt:lpstr>PowerPoint-bemutató</vt:lpstr>
      <vt:lpstr>Adatbázis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István Szőllősy</cp:lastModifiedBy>
  <cp:revision>7</cp:revision>
  <dcterms:created xsi:type="dcterms:W3CDTF">2025-02-10T18:45:32Z</dcterms:created>
  <dcterms:modified xsi:type="dcterms:W3CDTF">2025-04-01T07:04:28Z</dcterms:modified>
</cp:coreProperties>
</file>